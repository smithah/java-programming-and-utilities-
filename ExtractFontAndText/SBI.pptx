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5334000" cy="7562850"/>
  <p:notesSz cx="53340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259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6240" y="2344483"/>
            <a:ext cx="449072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92480" y="4235196"/>
            <a:ext cx="369824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64160" y="1739455"/>
            <a:ext cx="2298192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720848" y="1739455"/>
            <a:ext cx="2298192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66"/>
            <a:ext cx="5325110" cy="7557770"/>
          </a:xfrm>
          <a:custGeom>
            <a:avLst/>
            <a:gdLst/>
            <a:ahLst/>
            <a:cxnLst/>
            <a:rect l="l" t="t" r="r" b="b"/>
            <a:pathLst>
              <a:path w="5325110" h="7557770">
                <a:moveTo>
                  <a:pt x="0" y="0"/>
                </a:moveTo>
                <a:lnTo>
                  <a:pt x="5325000" y="0"/>
                </a:lnTo>
                <a:lnTo>
                  <a:pt x="5325000" y="7557433"/>
                </a:lnTo>
              </a:path>
            </a:pathLst>
          </a:custGeom>
          <a:ln w="7199">
            <a:solidFill>
              <a:srgbClr val="1516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160" y="302514"/>
            <a:ext cx="475488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4160" y="1739455"/>
            <a:ext cx="475488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796288" y="7033450"/>
            <a:ext cx="169062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64160" y="7033450"/>
            <a:ext cx="1215136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803904" y="7033450"/>
            <a:ext cx="1215136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66"/>
            <a:ext cx="5281295" cy="7557770"/>
            <a:chOff x="0" y="2566"/>
            <a:chExt cx="5281295" cy="7557770"/>
          </a:xfrm>
        </p:grpSpPr>
        <p:sp>
          <p:nvSpPr>
            <p:cNvPr id="3" name="object 3"/>
            <p:cNvSpPr/>
            <p:nvPr/>
          </p:nvSpPr>
          <p:spPr>
            <a:xfrm>
              <a:off x="0" y="2566"/>
              <a:ext cx="5281295" cy="7557770"/>
            </a:xfrm>
            <a:custGeom>
              <a:avLst/>
              <a:gdLst/>
              <a:ahLst/>
              <a:cxnLst/>
              <a:rect l="l" t="t" r="r" b="b"/>
              <a:pathLst>
                <a:path w="5281295" h="7557770">
                  <a:moveTo>
                    <a:pt x="0" y="0"/>
                  </a:moveTo>
                  <a:lnTo>
                    <a:pt x="5280803" y="0"/>
                  </a:lnTo>
                  <a:lnTo>
                    <a:pt x="5280803" y="7557433"/>
                  </a:lnTo>
                </a:path>
              </a:pathLst>
            </a:custGeom>
            <a:ln w="7199">
              <a:solidFill>
                <a:srgbClr val="1516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977" y="948956"/>
              <a:ext cx="4995363" cy="638587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11517" y="573609"/>
              <a:ext cx="1325880" cy="10160"/>
            </a:xfrm>
            <a:custGeom>
              <a:avLst/>
              <a:gdLst/>
              <a:ahLst/>
              <a:cxnLst/>
              <a:rect l="l" t="t" r="r" b="b"/>
              <a:pathLst>
                <a:path w="1325879" h="10159">
                  <a:moveTo>
                    <a:pt x="1325830" y="0"/>
                  </a:moveTo>
                  <a:lnTo>
                    <a:pt x="0" y="0"/>
                  </a:lnTo>
                  <a:lnTo>
                    <a:pt x="0" y="9659"/>
                  </a:lnTo>
                  <a:lnTo>
                    <a:pt x="1325830" y="9659"/>
                  </a:lnTo>
                  <a:lnTo>
                    <a:pt x="1325830" y="0"/>
                  </a:lnTo>
                  <a:close/>
                </a:path>
              </a:pathLst>
            </a:custGeom>
            <a:solidFill>
              <a:srgbClr val="008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06240" y="400384"/>
              <a:ext cx="1330960" cy="148590"/>
            </a:xfrm>
            <a:custGeom>
              <a:avLst/>
              <a:gdLst/>
              <a:ahLst/>
              <a:cxnLst/>
              <a:rect l="l" t="t" r="r" b="b"/>
              <a:pathLst>
                <a:path w="1330960" h="148590">
                  <a:moveTo>
                    <a:pt x="4050" y="117665"/>
                  </a:moveTo>
                  <a:lnTo>
                    <a:pt x="27783" y="147923"/>
                  </a:lnTo>
                  <a:lnTo>
                    <a:pt x="47313" y="144773"/>
                  </a:lnTo>
                  <a:lnTo>
                    <a:pt x="62510" y="135854"/>
                  </a:lnTo>
                  <a:lnTo>
                    <a:pt x="71431" y="123281"/>
                  </a:lnTo>
                  <a:lnTo>
                    <a:pt x="19838" y="123281"/>
                  </a:lnTo>
                  <a:lnTo>
                    <a:pt x="9899" y="120934"/>
                  </a:lnTo>
                  <a:lnTo>
                    <a:pt x="4050" y="117665"/>
                  </a:lnTo>
                  <a:close/>
                </a:path>
                <a:path w="1330960" h="148590">
                  <a:moveTo>
                    <a:pt x="57120" y="0"/>
                  </a:moveTo>
                  <a:lnTo>
                    <a:pt x="47623" y="0"/>
                  </a:lnTo>
                  <a:lnTo>
                    <a:pt x="27636" y="3391"/>
                  </a:lnTo>
                  <a:lnTo>
                    <a:pt x="13278" y="12600"/>
                  </a:lnTo>
                  <a:lnTo>
                    <a:pt x="4615" y="26179"/>
                  </a:lnTo>
                  <a:lnTo>
                    <a:pt x="1713" y="42680"/>
                  </a:lnTo>
                  <a:lnTo>
                    <a:pt x="3207" y="52854"/>
                  </a:lnTo>
                  <a:lnTo>
                    <a:pt x="7977" y="63339"/>
                  </a:lnTo>
                  <a:lnTo>
                    <a:pt x="16459" y="73630"/>
                  </a:lnTo>
                  <a:lnTo>
                    <a:pt x="29084" y="83220"/>
                  </a:lnTo>
                  <a:lnTo>
                    <a:pt x="37193" y="88792"/>
                  </a:lnTo>
                  <a:lnTo>
                    <a:pt x="43065" y="94090"/>
                  </a:lnTo>
                  <a:lnTo>
                    <a:pt x="46635" y="99870"/>
                  </a:lnTo>
                  <a:lnTo>
                    <a:pt x="47839" y="106883"/>
                  </a:lnTo>
                  <a:lnTo>
                    <a:pt x="46618" y="113451"/>
                  </a:lnTo>
                  <a:lnTo>
                    <a:pt x="42932" y="118643"/>
                  </a:lnTo>
                  <a:lnTo>
                    <a:pt x="36745" y="122054"/>
                  </a:lnTo>
                  <a:lnTo>
                    <a:pt x="28022" y="123281"/>
                  </a:lnTo>
                  <a:lnTo>
                    <a:pt x="71431" y="123281"/>
                  </a:lnTo>
                  <a:lnTo>
                    <a:pt x="72367" y="121961"/>
                  </a:lnTo>
                  <a:lnTo>
                    <a:pt x="75877" y="103892"/>
                  </a:lnTo>
                  <a:lnTo>
                    <a:pt x="74462" y="92581"/>
                  </a:lnTo>
                  <a:lnTo>
                    <a:pt x="69913" y="81727"/>
                  </a:lnTo>
                  <a:lnTo>
                    <a:pt x="61771" y="71555"/>
                  </a:lnTo>
                  <a:lnTo>
                    <a:pt x="49578" y="62293"/>
                  </a:lnTo>
                  <a:lnTo>
                    <a:pt x="39798" y="55958"/>
                  </a:lnTo>
                  <a:lnTo>
                    <a:pt x="33639" y="50644"/>
                  </a:lnTo>
                  <a:lnTo>
                    <a:pt x="30432" y="45496"/>
                  </a:lnTo>
                  <a:lnTo>
                    <a:pt x="29512" y="39657"/>
                  </a:lnTo>
                  <a:lnTo>
                    <a:pt x="29512" y="31884"/>
                  </a:lnTo>
                  <a:lnTo>
                    <a:pt x="35340" y="24559"/>
                  </a:lnTo>
                  <a:lnTo>
                    <a:pt x="66871" y="24559"/>
                  </a:lnTo>
                  <a:lnTo>
                    <a:pt x="70516" y="5184"/>
                  </a:lnTo>
                  <a:lnTo>
                    <a:pt x="66192" y="2573"/>
                  </a:lnTo>
                  <a:lnTo>
                    <a:pt x="57120" y="0"/>
                  </a:lnTo>
                  <a:close/>
                </a:path>
                <a:path w="1330960" h="148590">
                  <a:moveTo>
                    <a:pt x="66871" y="24559"/>
                  </a:moveTo>
                  <a:lnTo>
                    <a:pt x="55633" y="24559"/>
                  </a:lnTo>
                  <a:lnTo>
                    <a:pt x="61840" y="26920"/>
                  </a:lnTo>
                  <a:lnTo>
                    <a:pt x="65940" y="29502"/>
                  </a:lnTo>
                  <a:lnTo>
                    <a:pt x="66871" y="24559"/>
                  </a:lnTo>
                  <a:close/>
                </a:path>
                <a:path w="1330960" h="148590">
                  <a:moveTo>
                    <a:pt x="126413" y="608"/>
                  </a:moveTo>
                  <a:lnTo>
                    <a:pt x="117425" y="774"/>
                  </a:lnTo>
                  <a:lnTo>
                    <a:pt x="108984" y="1286"/>
                  </a:lnTo>
                  <a:lnTo>
                    <a:pt x="101230" y="2164"/>
                  </a:lnTo>
                  <a:lnTo>
                    <a:pt x="94301" y="3430"/>
                  </a:lnTo>
                  <a:lnTo>
                    <a:pt x="94301" y="146145"/>
                  </a:lnTo>
                  <a:lnTo>
                    <a:pt x="99617" y="146770"/>
                  </a:lnTo>
                  <a:lnTo>
                    <a:pt x="105817" y="147261"/>
                  </a:lnTo>
                  <a:lnTo>
                    <a:pt x="112832" y="147582"/>
                  </a:lnTo>
                  <a:lnTo>
                    <a:pt x="120595" y="147697"/>
                  </a:lnTo>
                  <a:lnTo>
                    <a:pt x="137103" y="146730"/>
                  </a:lnTo>
                  <a:lnTo>
                    <a:pt x="172842" y="127253"/>
                  </a:lnTo>
                  <a:lnTo>
                    <a:pt x="173536" y="125891"/>
                  </a:lnTo>
                  <a:lnTo>
                    <a:pt x="124256" y="125891"/>
                  </a:lnTo>
                  <a:lnTo>
                    <a:pt x="122539" y="125449"/>
                  </a:lnTo>
                  <a:lnTo>
                    <a:pt x="122539" y="81931"/>
                  </a:lnTo>
                  <a:lnTo>
                    <a:pt x="171305" y="81931"/>
                  </a:lnTo>
                  <a:lnTo>
                    <a:pt x="164280" y="75015"/>
                  </a:lnTo>
                  <a:lnTo>
                    <a:pt x="153140" y="69825"/>
                  </a:lnTo>
                  <a:lnTo>
                    <a:pt x="153140" y="68957"/>
                  </a:lnTo>
                  <a:lnTo>
                    <a:pt x="162539" y="63181"/>
                  </a:lnTo>
                  <a:lnTo>
                    <a:pt x="164459" y="60972"/>
                  </a:lnTo>
                  <a:lnTo>
                    <a:pt x="122539" y="60972"/>
                  </a:lnTo>
                  <a:lnTo>
                    <a:pt x="122539" y="22603"/>
                  </a:lnTo>
                  <a:lnTo>
                    <a:pt x="124256" y="21973"/>
                  </a:lnTo>
                  <a:lnTo>
                    <a:pt x="126852" y="21772"/>
                  </a:lnTo>
                  <a:lnTo>
                    <a:pt x="171154" y="21772"/>
                  </a:lnTo>
                  <a:lnTo>
                    <a:pt x="168265" y="16375"/>
                  </a:lnTo>
                  <a:lnTo>
                    <a:pt x="163267" y="10976"/>
                  </a:lnTo>
                  <a:lnTo>
                    <a:pt x="155143" y="5711"/>
                  </a:lnTo>
                  <a:lnTo>
                    <a:pt x="146128" y="2552"/>
                  </a:lnTo>
                  <a:lnTo>
                    <a:pt x="136468" y="1013"/>
                  </a:lnTo>
                  <a:lnTo>
                    <a:pt x="126413" y="608"/>
                  </a:lnTo>
                  <a:close/>
                </a:path>
                <a:path w="1330960" h="148590">
                  <a:moveTo>
                    <a:pt x="171305" y="81931"/>
                  </a:moveTo>
                  <a:lnTo>
                    <a:pt x="128544" y="81931"/>
                  </a:lnTo>
                  <a:lnTo>
                    <a:pt x="136576" y="83461"/>
                  </a:lnTo>
                  <a:lnTo>
                    <a:pt x="143314" y="87687"/>
                  </a:lnTo>
                  <a:lnTo>
                    <a:pt x="147948" y="94576"/>
                  </a:lnTo>
                  <a:lnTo>
                    <a:pt x="149673" y="104096"/>
                  </a:lnTo>
                  <a:lnTo>
                    <a:pt x="148016" y="113781"/>
                  </a:lnTo>
                  <a:lnTo>
                    <a:pt x="143514" y="120575"/>
                  </a:lnTo>
                  <a:lnTo>
                    <a:pt x="136873" y="124578"/>
                  </a:lnTo>
                  <a:lnTo>
                    <a:pt x="128797" y="125891"/>
                  </a:lnTo>
                  <a:lnTo>
                    <a:pt x="173536" y="125891"/>
                  </a:lnTo>
                  <a:lnTo>
                    <a:pt x="176233" y="120575"/>
                  </a:lnTo>
                  <a:lnTo>
                    <a:pt x="178298" y="113087"/>
                  </a:lnTo>
                  <a:lnTo>
                    <a:pt x="179009" y="104561"/>
                  </a:lnTo>
                  <a:lnTo>
                    <a:pt x="177333" y="93071"/>
                  </a:lnTo>
                  <a:lnTo>
                    <a:pt x="172384" y="82993"/>
                  </a:lnTo>
                  <a:lnTo>
                    <a:pt x="171305" y="81931"/>
                  </a:lnTo>
                  <a:close/>
                </a:path>
                <a:path w="1330960" h="148590">
                  <a:moveTo>
                    <a:pt x="171154" y="21772"/>
                  </a:moveTo>
                  <a:lnTo>
                    <a:pt x="141512" y="21772"/>
                  </a:lnTo>
                  <a:lnTo>
                    <a:pt x="146356" y="29811"/>
                  </a:lnTo>
                  <a:lnTo>
                    <a:pt x="146443" y="40549"/>
                  </a:lnTo>
                  <a:lnTo>
                    <a:pt x="145071" y="48731"/>
                  </a:lnTo>
                  <a:lnTo>
                    <a:pt x="141293" y="55197"/>
                  </a:lnTo>
                  <a:lnTo>
                    <a:pt x="135615" y="59445"/>
                  </a:lnTo>
                  <a:lnTo>
                    <a:pt x="128544" y="60972"/>
                  </a:lnTo>
                  <a:lnTo>
                    <a:pt x="164459" y="60972"/>
                  </a:lnTo>
                  <a:lnTo>
                    <a:pt x="169115" y="55617"/>
                  </a:lnTo>
                  <a:lnTo>
                    <a:pt x="172979" y="46812"/>
                  </a:lnTo>
                  <a:lnTo>
                    <a:pt x="174242" y="37310"/>
                  </a:lnTo>
                  <a:lnTo>
                    <a:pt x="173622" y="29811"/>
                  </a:lnTo>
                  <a:lnTo>
                    <a:pt x="171673" y="22743"/>
                  </a:lnTo>
                  <a:lnTo>
                    <a:pt x="171154" y="21772"/>
                  </a:lnTo>
                  <a:close/>
                </a:path>
                <a:path w="1330960" h="148590">
                  <a:moveTo>
                    <a:pt x="228671" y="1273"/>
                  </a:moveTo>
                  <a:lnTo>
                    <a:pt x="200432" y="1273"/>
                  </a:lnTo>
                  <a:lnTo>
                    <a:pt x="200432" y="146588"/>
                  </a:lnTo>
                  <a:lnTo>
                    <a:pt x="228671" y="146588"/>
                  </a:lnTo>
                  <a:lnTo>
                    <a:pt x="228671" y="1273"/>
                  </a:lnTo>
                  <a:close/>
                </a:path>
                <a:path w="1330960" h="148590">
                  <a:moveTo>
                    <a:pt x="313156" y="1273"/>
                  </a:moveTo>
                  <a:lnTo>
                    <a:pt x="283377" y="1273"/>
                  </a:lnTo>
                  <a:lnTo>
                    <a:pt x="272832" y="146588"/>
                  </a:lnTo>
                  <a:lnTo>
                    <a:pt x="297211" y="146588"/>
                  </a:lnTo>
                  <a:lnTo>
                    <a:pt x="299557" y="95719"/>
                  </a:lnTo>
                  <a:lnTo>
                    <a:pt x="300191" y="84668"/>
                  </a:lnTo>
                  <a:lnTo>
                    <a:pt x="300834" y="71539"/>
                  </a:lnTo>
                  <a:lnTo>
                    <a:pt x="301335" y="59568"/>
                  </a:lnTo>
                  <a:lnTo>
                    <a:pt x="301740" y="47652"/>
                  </a:lnTo>
                  <a:lnTo>
                    <a:pt x="323397" y="47652"/>
                  </a:lnTo>
                  <a:lnTo>
                    <a:pt x="313156" y="1273"/>
                  </a:lnTo>
                  <a:close/>
                </a:path>
                <a:path w="1330960" h="148590">
                  <a:moveTo>
                    <a:pt x="388818" y="47652"/>
                  </a:moveTo>
                  <a:lnTo>
                    <a:pt x="365763" y="47652"/>
                  </a:lnTo>
                  <a:lnTo>
                    <a:pt x="365674" y="59839"/>
                  </a:lnTo>
                  <a:lnTo>
                    <a:pt x="365976" y="72377"/>
                  </a:lnTo>
                  <a:lnTo>
                    <a:pt x="366488" y="84668"/>
                  </a:lnTo>
                  <a:lnTo>
                    <a:pt x="367036" y="96112"/>
                  </a:lnTo>
                  <a:lnTo>
                    <a:pt x="369658" y="146588"/>
                  </a:lnTo>
                  <a:lnTo>
                    <a:pt x="394862" y="146588"/>
                  </a:lnTo>
                  <a:lnTo>
                    <a:pt x="388818" y="47652"/>
                  </a:lnTo>
                  <a:close/>
                </a:path>
                <a:path w="1330960" h="148590">
                  <a:moveTo>
                    <a:pt x="323397" y="47652"/>
                  </a:moveTo>
                  <a:lnTo>
                    <a:pt x="302360" y="47652"/>
                  </a:lnTo>
                  <a:lnTo>
                    <a:pt x="304281" y="59839"/>
                  </a:lnTo>
                  <a:lnTo>
                    <a:pt x="306651" y="72377"/>
                  </a:lnTo>
                  <a:lnTo>
                    <a:pt x="308958" y="83314"/>
                  </a:lnTo>
                  <a:lnTo>
                    <a:pt x="311212" y="93120"/>
                  </a:lnTo>
                  <a:lnTo>
                    <a:pt x="323297" y="144230"/>
                  </a:lnTo>
                  <a:lnTo>
                    <a:pt x="343349" y="144230"/>
                  </a:lnTo>
                  <a:lnTo>
                    <a:pt x="352828" y="104752"/>
                  </a:lnTo>
                  <a:lnTo>
                    <a:pt x="335163" y="104752"/>
                  </a:lnTo>
                  <a:lnTo>
                    <a:pt x="332970" y="92264"/>
                  </a:lnTo>
                  <a:lnTo>
                    <a:pt x="330526" y="80050"/>
                  </a:lnTo>
                  <a:lnTo>
                    <a:pt x="327762" y="67260"/>
                  </a:lnTo>
                  <a:lnTo>
                    <a:pt x="323397" y="47652"/>
                  </a:lnTo>
                  <a:close/>
                </a:path>
                <a:path w="1330960" h="148590">
                  <a:moveTo>
                    <a:pt x="385984" y="1273"/>
                  </a:moveTo>
                  <a:lnTo>
                    <a:pt x="356266" y="1273"/>
                  </a:lnTo>
                  <a:lnTo>
                    <a:pt x="344840" y="53884"/>
                  </a:lnTo>
                  <a:lnTo>
                    <a:pt x="342049" y="67292"/>
                  </a:lnTo>
                  <a:lnTo>
                    <a:pt x="339545" y="80135"/>
                  </a:lnTo>
                  <a:lnTo>
                    <a:pt x="337382" y="92473"/>
                  </a:lnTo>
                  <a:lnTo>
                    <a:pt x="335545" y="104752"/>
                  </a:lnTo>
                  <a:lnTo>
                    <a:pt x="352828" y="104752"/>
                  </a:lnTo>
                  <a:lnTo>
                    <a:pt x="358102" y="82719"/>
                  </a:lnTo>
                  <a:lnTo>
                    <a:pt x="360554" y="71539"/>
                  </a:lnTo>
                  <a:lnTo>
                    <a:pt x="362968" y="59568"/>
                  </a:lnTo>
                  <a:lnTo>
                    <a:pt x="365132" y="47652"/>
                  </a:lnTo>
                  <a:lnTo>
                    <a:pt x="388818" y="47652"/>
                  </a:lnTo>
                  <a:lnTo>
                    <a:pt x="385984" y="1273"/>
                  </a:lnTo>
                  <a:close/>
                </a:path>
                <a:path w="1330960" h="148590">
                  <a:moveTo>
                    <a:pt x="444930" y="1273"/>
                  </a:moveTo>
                  <a:lnTo>
                    <a:pt x="416703" y="1273"/>
                  </a:lnTo>
                  <a:lnTo>
                    <a:pt x="416703" y="90928"/>
                  </a:lnTo>
                  <a:lnTo>
                    <a:pt x="419034" y="115278"/>
                  </a:lnTo>
                  <a:lnTo>
                    <a:pt x="426441" y="133309"/>
                  </a:lnTo>
                  <a:lnTo>
                    <a:pt x="439544" y="144505"/>
                  </a:lnTo>
                  <a:lnTo>
                    <a:pt x="458966" y="148352"/>
                  </a:lnTo>
                  <a:lnTo>
                    <a:pt x="477368" y="144593"/>
                  </a:lnTo>
                  <a:lnTo>
                    <a:pt x="490513" y="133528"/>
                  </a:lnTo>
                  <a:lnTo>
                    <a:pt x="494897" y="123493"/>
                  </a:lnTo>
                  <a:lnTo>
                    <a:pt x="458754" y="123493"/>
                  </a:lnTo>
                  <a:lnTo>
                    <a:pt x="453497" y="122151"/>
                  </a:lnTo>
                  <a:lnTo>
                    <a:pt x="449089" y="117600"/>
                  </a:lnTo>
                  <a:lnTo>
                    <a:pt x="446058" y="109052"/>
                  </a:lnTo>
                  <a:lnTo>
                    <a:pt x="444930" y="95719"/>
                  </a:lnTo>
                  <a:lnTo>
                    <a:pt x="444930" y="1273"/>
                  </a:lnTo>
                  <a:close/>
                </a:path>
                <a:path w="1330960" h="148590">
                  <a:moveTo>
                    <a:pt x="501028" y="1273"/>
                  </a:moveTo>
                  <a:lnTo>
                    <a:pt x="472754" y="1273"/>
                  </a:lnTo>
                  <a:lnTo>
                    <a:pt x="472754" y="95719"/>
                  </a:lnTo>
                  <a:lnTo>
                    <a:pt x="471720" y="109317"/>
                  </a:lnTo>
                  <a:lnTo>
                    <a:pt x="468828" y="117836"/>
                  </a:lnTo>
                  <a:lnTo>
                    <a:pt x="464400" y="122240"/>
                  </a:lnTo>
                  <a:lnTo>
                    <a:pt x="458754" y="123493"/>
                  </a:lnTo>
                  <a:lnTo>
                    <a:pt x="494897" y="123493"/>
                  </a:lnTo>
                  <a:lnTo>
                    <a:pt x="498400" y="115475"/>
                  </a:lnTo>
                  <a:lnTo>
                    <a:pt x="501010" y="90928"/>
                  </a:lnTo>
                  <a:lnTo>
                    <a:pt x="501028" y="1273"/>
                  </a:lnTo>
                  <a:close/>
                </a:path>
                <a:path w="1330960" h="148590">
                  <a:moveTo>
                    <a:pt x="571380" y="27371"/>
                  </a:moveTo>
                  <a:lnTo>
                    <a:pt x="543128" y="27371"/>
                  </a:lnTo>
                  <a:lnTo>
                    <a:pt x="543128" y="146588"/>
                  </a:lnTo>
                  <a:lnTo>
                    <a:pt x="571380" y="146588"/>
                  </a:lnTo>
                  <a:lnTo>
                    <a:pt x="571380" y="27371"/>
                  </a:lnTo>
                  <a:close/>
                </a:path>
                <a:path w="1330960" h="148590">
                  <a:moveTo>
                    <a:pt x="597301" y="1273"/>
                  </a:moveTo>
                  <a:lnTo>
                    <a:pt x="517464" y="1273"/>
                  </a:lnTo>
                  <a:lnTo>
                    <a:pt x="517464" y="27371"/>
                  </a:lnTo>
                  <a:lnTo>
                    <a:pt x="597301" y="27371"/>
                  </a:lnTo>
                  <a:lnTo>
                    <a:pt x="597301" y="1273"/>
                  </a:lnTo>
                  <a:close/>
                </a:path>
                <a:path w="1330960" h="148590">
                  <a:moveTo>
                    <a:pt x="641541" y="1273"/>
                  </a:moveTo>
                  <a:lnTo>
                    <a:pt x="613324" y="1273"/>
                  </a:lnTo>
                  <a:lnTo>
                    <a:pt x="613324" y="90928"/>
                  </a:lnTo>
                  <a:lnTo>
                    <a:pt x="615647" y="115278"/>
                  </a:lnTo>
                  <a:lnTo>
                    <a:pt x="623039" y="133309"/>
                  </a:lnTo>
                  <a:lnTo>
                    <a:pt x="636137" y="144505"/>
                  </a:lnTo>
                  <a:lnTo>
                    <a:pt x="655577" y="148352"/>
                  </a:lnTo>
                  <a:lnTo>
                    <a:pt x="673939" y="144593"/>
                  </a:lnTo>
                  <a:lnTo>
                    <a:pt x="687067" y="133528"/>
                  </a:lnTo>
                  <a:lnTo>
                    <a:pt x="691450" y="123493"/>
                  </a:lnTo>
                  <a:lnTo>
                    <a:pt x="655340" y="123493"/>
                  </a:lnTo>
                  <a:lnTo>
                    <a:pt x="650098" y="122151"/>
                  </a:lnTo>
                  <a:lnTo>
                    <a:pt x="645697" y="117600"/>
                  </a:lnTo>
                  <a:lnTo>
                    <a:pt x="642669" y="109052"/>
                  </a:lnTo>
                  <a:lnTo>
                    <a:pt x="641541" y="95719"/>
                  </a:lnTo>
                  <a:lnTo>
                    <a:pt x="641541" y="1273"/>
                  </a:lnTo>
                  <a:close/>
                </a:path>
                <a:path w="1330960" h="148590">
                  <a:moveTo>
                    <a:pt x="697581" y="1273"/>
                  </a:moveTo>
                  <a:lnTo>
                    <a:pt x="669366" y="1273"/>
                  </a:lnTo>
                  <a:lnTo>
                    <a:pt x="669366" y="95719"/>
                  </a:lnTo>
                  <a:lnTo>
                    <a:pt x="668324" y="109317"/>
                  </a:lnTo>
                  <a:lnTo>
                    <a:pt x="665418" y="117836"/>
                  </a:lnTo>
                  <a:lnTo>
                    <a:pt x="660980" y="122240"/>
                  </a:lnTo>
                  <a:lnTo>
                    <a:pt x="655340" y="123493"/>
                  </a:lnTo>
                  <a:lnTo>
                    <a:pt x="691450" y="123493"/>
                  </a:lnTo>
                  <a:lnTo>
                    <a:pt x="694951" y="115475"/>
                  </a:lnTo>
                  <a:lnTo>
                    <a:pt x="697563" y="90928"/>
                  </a:lnTo>
                  <a:lnTo>
                    <a:pt x="697581" y="1273"/>
                  </a:lnTo>
                  <a:close/>
                </a:path>
                <a:path w="1330960" h="148590">
                  <a:moveTo>
                    <a:pt x="777024" y="1273"/>
                  </a:moveTo>
                  <a:lnTo>
                    <a:pt x="743193" y="1273"/>
                  </a:lnTo>
                  <a:lnTo>
                    <a:pt x="711687" y="146588"/>
                  </a:lnTo>
                  <a:lnTo>
                    <a:pt x="739061" y="146588"/>
                  </a:lnTo>
                  <a:lnTo>
                    <a:pt x="745542" y="113413"/>
                  </a:lnTo>
                  <a:lnTo>
                    <a:pt x="798806" y="113413"/>
                  </a:lnTo>
                  <a:lnTo>
                    <a:pt x="794529" y="91393"/>
                  </a:lnTo>
                  <a:lnTo>
                    <a:pt x="748306" y="91393"/>
                  </a:lnTo>
                  <a:lnTo>
                    <a:pt x="753756" y="60972"/>
                  </a:lnTo>
                  <a:lnTo>
                    <a:pt x="755003" y="53469"/>
                  </a:lnTo>
                  <a:lnTo>
                    <a:pt x="756343" y="44818"/>
                  </a:lnTo>
                  <a:lnTo>
                    <a:pt x="758901" y="27964"/>
                  </a:lnTo>
                  <a:lnTo>
                    <a:pt x="782208" y="27964"/>
                  </a:lnTo>
                  <a:lnTo>
                    <a:pt x="777024" y="1273"/>
                  </a:lnTo>
                  <a:close/>
                </a:path>
                <a:path w="1330960" h="148590">
                  <a:moveTo>
                    <a:pt x="798806" y="113413"/>
                  </a:moveTo>
                  <a:lnTo>
                    <a:pt x="771663" y="113413"/>
                  </a:lnTo>
                  <a:lnTo>
                    <a:pt x="777895" y="146588"/>
                  </a:lnTo>
                  <a:lnTo>
                    <a:pt x="805251" y="146588"/>
                  </a:lnTo>
                  <a:lnTo>
                    <a:pt x="798806" y="113413"/>
                  </a:lnTo>
                  <a:close/>
                </a:path>
                <a:path w="1330960" h="148590">
                  <a:moveTo>
                    <a:pt x="782208" y="27964"/>
                  </a:moveTo>
                  <a:lnTo>
                    <a:pt x="759566" y="27964"/>
                  </a:lnTo>
                  <a:lnTo>
                    <a:pt x="760627" y="35991"/>
                  </a:lnTo>
                  <a:lnTo>
                    <a:pt x="761868" y="45080"/>
                  </a:lnTo>
                  <a:lnTo>
                    <a:pt x="763135" y="53831"/>
                  </a:lnTo>
                  <a:lnTo>
                    <a:pt x="764309" y="61210"/>
                  </a:lnTo>
                  <a:lnTo>
                    <a:pt x="769038" y="91393"/>
                  </a:lnTo>
                  <a:lnTo>
                    <a:pt x="794529" y="91393"/>
                  </a:lnTo>
                  <a:lnTo>
                    <a:pt x="782208" y="27964"/>
                  </a:lnTo>
                  <a:close/>
                </a:path>
                <a:path w="1330960" h="148590">
                  <a:moveTo>
                    <a:pt x="851471" y="1273"/>
                  </a:moveTo>
                  <a:lnTo>
                    <a:pt x="823244" y="1273"/>
                  </a:lnTo>
                  <a:lnTo>
                    <a:pt x="823244" y="146588"/>
                  </a:lnTo>
                  <a:lnTo>
                    <a:pt x="888828" y="146588"/>
                  </a:lnTo>
                  <a:lnTo>
                    <a:pt x="888828" y="122647"/>
                  </a:lnTo>
                  <a:lnTo>
                    <a:pt x="851471" y="122647"/>
                  </a:lnTo>
                  <a:lnTo>
                    <a:pt x="851471" y="1273"/>
                  </a:lnTo>
                  <a:close/>
                </a:path>
                <a:path w="1330960" h="148590">
                  <a:moveTo>
                    <a:pt x="996058" y="1273"/>
                  </a:moveTo>
                  <a:lnTo>
                    <a:pt x="932917" y="1273"/>
                  </a:lnTo>
                  <a:lnTo>
                    <a:pt x="932917" y="146588"/>
                  </a:lnTo>
                  <a:lnTo>
                    <a:pt x="961146" y="146588"/>
                  </a:lnTo>
                  <a:lnTo>
                    <a:pt x="961146" y="86652"/>
                  </a:lnTo>
                  <a:lnTo>
                    <a:pt x="993948" y="86652"/>
                  </a:lnTo>
                  <a:lnTo>
                    <a:pt x="993948" y="63129"/>
                  </a:lnTo>
                  <a:lnTo>
                    <a:pt x="961146" y="63129"/>
                  </a:lnTo>
                  <a:lnTo>
                    <a:pt x="961146" y="25822"/>
                  </a:lnTo>
                  <a:lnTo>
                    <a:pt x="996058" y="25822"/>
                  </a:lnTo>
                  <a:lnTo>
                    <a:pt x="996058" y="1273"/>
                  </a:lnTo>
                  <a:close/>
                </a:path>
                <a:path w="1330960" h="148590">
                  <a:moveTo>
                    <a:pt x="1046796" y="1273"/>
                  </a:moveTo>
                  <a:lnTo>
                    <a:pt x="1018590" y="1273"/>
                  </a:lnTo>
                  <a:lnTo>
                    <a:pt x="1018590" y="90928"/>
                  </a:lnTo>
                  <a:lnTo>
                    <a:pt x="1020920" y="115278"/>
                  </a:lnTo>
                  <a:lnTo>
                    <a:pt x="1028323" y="133309"/>
                  </a:lnTo>
                  <a:lnTo>
                    <a:pt x="1041423" y="144505"/>
                  </a:lnTo>
                  <a:lnTo>
                    <a:pt x="1060843" y="148352"/>
                  </a:lnTo>
                  <a:lnTo>
                    <a:pt x="1079227" y="144593"/>
                  </a:lnTo>
                  <a:lnTo>
                    <a:pt x="1092357" y="133528"/>
                  </a:lnTo>
                  <a:lnTo>
                    <a:pt x="1096735" y="123493"/>
                  </a:lnTo>
                  <a:lnTo>
                    <a:pt x="1060617" y="123493"/>
                  </a:lnTo>
                  <a:lnTo>
                    <a:pt x="1055356" y="122151"/>
                  </a:lnTo>
                  <a:lnTo>
                    <a:pt x="1050949" y="117600"/>
                  </a:lnTo>
                  <a:lnTo>
                    <a:pt x="1047921" y="109052"/>
                  </a:lnTo>
                  <a:lnTo>
                    <a:pt x="1046796" y="95719"/>
                  </a:lnTo>
                  <a:lnTo>
                    <a:pt x="1046796" y="1273"/>
                  </a:lnTo>
                  <a:close/>
                </a:path>
                <a:path w="1330960" h="148590">
                  <a:moveTo>
                    <a:pt x="1102859" y="1273"/>
                  </a:moveTo>
                  <a:lnTo>
                    <a:pt x="1074653" y="1273"/>
                  </a:lnTo>
                  <a:lnTo>
                    <a:pt x="1074653" y="95719"/>
                  </a:lnTo>
                  <a:lnTo>
                    <a:pt x="1073611" y="109317"/>
                  </a:lnTo>
                  <a:lnTo>
                    <a:pt x="1070705" y="117836"/>
                  </a:lnTo>
                  <a:lnTo>
                    <a:pt x="1066264" y="122240"/>
                  </a:lnTo>
                  <a:lnTo>
                    <a:pt x="1060617" y="123493"/>
                  </a:lnTo>
                  <a:lnTo>
                    <a:pt x="1096735" y="123493"/>
                  </a:lnTo>
                  <a:lnTo>
                    <a:pt x="1100233" y="115475"/>
                  </a:lnTo>
                  <a:lnTo>
                    <a:pt x="1102840" y="90928"/>
                  </a:lnTo>
                  <a:lnTo>
                    <a:pt x="1102859" y="1273"/>
                  </a:lnTo>
                  <a:close/>
                </a:path>
                <a:path w="1330960" h="148590">
                  <a:moveTo>
                    <a:pt x="1155146" y="1273"/>
                  </a:moveTo>
                  <a:lnTo>
                    <a:pt x="1129266" y="1273"/>
                  </a:lnTo>
                  <a:lnTo>
                    <a:pt x="1129266" y="146588"/>
                  </a:lnTo>
                  <a:lnTo>
                    <a:pt x="1154073" y="146588"/>
                  </a:lnTo>
                  <a:lnTo>
                    <a:pt x="1153956" y="100641"/>
                  </a:lnTo>
                  <a:lnTo>
                    <a:pt x="1153844" y="91393"/>
                  </a:lnTo>
                  <a:lnTo>
                    <a:pt x="1153442" y="75317"/>
                  </a:lnTo>
                  <a:lnTo>
                    <a:pt x="1152787" y="58197"/>
                  </a:lnTo>
                  <a:lnTo>
                    <a:pt x="1152320" y="47652"/>
                  </a:lnTo>
                  <a:lnTo>
                    <a:pt x="1173395" y="47652"/>
                  </a:lnTo>
                  <a:lnTo>
                    <a:pt x="1155146" y="1273"/>
                  </a:lnTo>
                  <a:close/>
                </a:path>
                <a:path w="1330960" h="148590">
                  <a:moveTo>
                    <a:pt x="1173395" y="47652"/>
                  </a:moveTo>
                  <a:lnTo>
                    <a:pt x="1152773" y="47652"/>
                  </a:lnTo>
                  <a:lnTo>
                    <a:pt x="1155738" y="58283"/>
                  </a:lnTo>
                  <a:lnTo>
                    <a:pt x="1159511" y="69817"/>
                  </a:lnTo>
                  <a:lnTo>
                    <a:pt x="1163577" y="81204"/>
                  </a:lnTo>
                  <a:lnTo>
                    <a:pt x="1167418" y="91393"/>
                  </a:lnTo>
                  <a:lnTo>
                    <a:pt x="1189630" y="146588"/>
                  </a:lnTo>
                  <a:lnTo>
                    <a:pt x="1215510" y="146588"/>
                  </a:lnTo>
                  <a:lnTo>
                    <a:pt x="1215510" y="100641"/>
                  </a:lnTo>
                  <a:lnTo>
                    <a:pt x="1193097" y="100641"/>
                  </a:lnTo>
                  <a:lnTo>
                    <a:pt x="1189553" y="90329"/>
                  </a:lnTo>
                  <a:lnTo>
                    <a:pt x="1185415" y="78945"/>
                  </a:lnTo>
                  <a:lnTo>
                    <a:pt x="1181230" y="67798"/>
                  </a:lnTo>
                  <a:lnTo>
                    <a:pt x="1177545" y="58197"/>
                  </a:lnTo>
                  <a:lnTo>
                    <a:pt x="1173395" y="47652"/>
                  </a:lnTo>
                  <a:close/>
                </a:path>
                <a:path w="1330960" h="148590">
                  <a:moveTo>
                    <a:pt x="1215510" y="1273"/>
                  </a:moveTo>
                  <a:lnTo>
                    <a:pt x="1190713" y="1273"/>
                  </a:lnTo>
                  <a:lnTo>
                    <a:pt x="1190713" y="33364"/>
                  </a:lnTo>
                  <a:lnTo>
                    <a:pt x="1191034" y="53023"/>
                  </a:lnTo>
                  <a:lnTo>
                    <a:pt x="1191802" y="71314"/>
                  </a:lnTo>
                  <a:lnTo>
                    <a:pt x="1193525" y="100641"/>
                  </a:lnTo>
                  <a:lnTo>
                    <a:pt x="1215510" y="100641"/>
                  </a:lnTo>
                  <a:lnTo>
                    <a:pt x="1215510" y="1273"/>
                  </a:lnTo>
                  <a:close/>
                </a:path>
                <a:path w="1330960" h="148590">
                  <a:moveTo>
                    <a:pt x="1271238" y="608"/>
                  </a:moveTo>
                  <a:lnTo>
                    <a:pt x="1263021" y="804"/>
                  </a:lnTo>
                  <a:lnTo>
                    <a:pt x="1255349" y="1367"/>
                  </a:lnTo>
                  <a:lnTo>
                    <a:pt x="1248437" y="2255"/>
                  </a:lnTo>
                  <a:lnTo>
                    <a:pt x="1242499" y="3430"/>
                  </a:lnTo>
                  <a:lnTo>
                    <a:pt x="1242499" y="146145"/>
                  </a:lnTo>
                  <a:lnTo>
                    <a:pt x="1248148" y="146814"/>
                  </a:lnTo>
                  <a:lnTo>
                    <a:pt x="1256964" y="147697"/>
                  </a:lnTo>
                  <a:lnTo>
                    <a:pt x="1265831" y="147697"/>
                  </a:lnTo>
                  <a:lnTo>
                    <a:pt x="1310251" y="133645"/>
                  </a:lnTo>
                  <a:lnTo>
                    <a:pt x="1317848" y="124556"/>
                  </a:lnTo>
                  <a:lnTo>
                    <a:pt x="1272085" y="124556"/>
                  </a:lnTo>
                  <a:lnTo>
                    <a:pt x="1270788" y="124174"/>
                  </a:lnTo>
                  <a:lnTo>
                    <a:pt x="1270788" y="23903"/>
                  </a:lnTo>
                  <a:lnTo>
                    <a:pt x="1272527" y="23258"/>
                  </a:lnTo>
                  <a:lnTo>
                    <a:pt x="1319581" y="23258"/>
                  </a:lnTo>
                  <a:lnTo>
                    <a:pt x="1311515" y="13561"/>
                  </a:lnTo>
                  <a:lnTo>
                    <a:pt x="1303895" y="7896"/>
                  </a:lnTo>
                  <a:lnTo>
                    <a:pt x="1294773" y="3848"/>
                  </a:lnTo>
                  <a:lnTo>
                    <a:pt x="1283953" y="1418"/>
                  </a:lnTo>
                  <a:lnTo>
                    <a:pt x="1271238" y="608"/>
                  </a:lnTo>
                  <a:close/>
                </a:path>
                <a:path w="1330960" h="148590">
                  <a:moveTo>
                    <a:pt x="1319581" y="23258"/>
                  </a:moveTo>
                  <a:lnTo>
                    <a:pt x="1276365" y="23258"/>
                  </a:lnTo>
                  <a:lnTo>
                    <a:pt x="1287446" y="26553"/>
                  </a:lnTo>
                  <a:lnTo>
                    <a:pt x="1295177" y="36033"/>
                  </a:lnTo>
                  <a:lnTo>
                    <a:pt x="1299706" y="51093"/>
                  </a:lnTo>
                  <a:lnTo>
                    <a:pt x="1301183" y="71125"/>
                  </a:lnTo>
                  <a:lnTo>
                    <a:pt x="1299118" y="96398"/>
                  </a:lnTo>
                  <a:lnTo>
                    <a:pt x="1293555" y="112885"/>
                  </a:lnTo>
                  <a:lnTo>
                    <a:pt x="1285440" y="121849"/>
                  </a:lnTo>
                  <a:lnTo>
                    <a:pt x="1275721" y="124556"/>
                  </a:lnTo>
                  <a:lnTo>
                    <a:pt x="1317848" y="124556"/>
                  </a:lnTo>
                  <a:lnTo>
                    <a:pt x="1318784" y="123437"/>
                  </a:lnTo>
                  <a:lnTo>
                    <a:pt x="1325147" y="109710"/>
                  </a:lnTo>
                  <a:lnTo>
                    <a:pt x="1329124" y="92592"/>
                  </a:lnTo>
                  <a:lnTo>
                    <a:pt x="1330498" y="72208"/>
                  </a:lnTo>
                  <a:lnTo>
                    <a:pt x="1329297" y="52700"/>
                  </a:lnTo>
                  <a:lnTo>
                    <a:pt x="1325711" y="36499"/>
                  </a:lnTo>
                  <a:lnTo>
                    <a:pt x="1319774" y="23490"/>
                  </a:lnTo>
                  <a:lnTo>
                    <a:pt x="1319581" y="23258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3484134" y="376696"/>
              <a:ext cx="285750" cy="316230"/>
            </a:xfrm>
            <a:custGeom>
              <a:avLst/>
              <a:gdLst/>
              <a:ahLst/>
              <a:cxnLst/>
              <a:rect l="l" t="t" r="r" b="b"/>
              <a:pathLst>
                <a:path w="285750" h="316230">
                  <a:moveTo>
                    <a:pt x="142307" y="206322"/>
                  </a:moveTo>
                  <a:lnTo>
                    <a:pt x="135943" y="244398"/>
                  </a:lnTo>
                  <a:lnTo>
                    <a:pt x="125939" y="274274"/>
                  </a:lnTo>
                  <a:lnTo>
                    <a:pt x="112198" y="297651"/>
                  </a:lnTo>
                  <a:lnTo>
                    <a:pt x="94621" y="316231"/>
                  </a:lnTo>
                  <a:lnTo>
                    <a:pt x="189981" y="316231"/>
                  </a:lnTo>
                  <a:lnTo>
                    <a:pt x="172404" y="297651"/>
                  </a:lnTo>
                  <a:lnTo>
                    <a:pt x="158669" y="274274"/>
                  </a:lnTo>
                  <a:lnTo>
                    <a:pt x="148672" y="244398"/>
                  </a:lnTo>
                  <a:lnTo>
                    <a:pt x="142307" y="206322"/>
                  </a:lnTo>
                  <a:close/>
                </a:path>
                <a:path w="285750" h="316230">
                  <a:moveTo>
                    <a:pt x="67607" y="121028"/>
                  </a:moveTo>
                  <a:lnTo>
                    <a:pt x="41339" y="126120"/>
                  </a:lnTo>
                  <a:lnTo>
                    <a:pt x="19844" y="139993"/>
                  </a:lnTo>
                  <a:lnTo>
                    <a:pt x="5329" y="160544"/>
                  </a:lnTo>
                  <a:lnTo>
                    <a:pt x="0" y="185670"/>
                  </a:lnTo>
                  <a:lnTo>
                    <a:pt x="4847" y="209675"/>
                  </a:lnTo>
                  <a:lnTo>
                    <a:pt x="18118" y="229626"/>
                  </a:lnTo>
                  <a:lnTo>
                    <a:pt x="37907" y="243704"/>
                  </a:lnTo>
                  <a:lnTo>
                    <a:pt x="62308" y="250088"/>
                  </a:lnTo>
                  <a:lnTo>
                    <a:pt x="62308" y="199101"/>
                  </a:lnTo>
                  <a:lnTo>
                    <a:pt x="56645" y="197074"/>
                  </a:lnTo>
                  <a:lnTo>
                    <a:pt x="52558" y="191792"/>
                  </a:lnTo>
                  <a:lnTo>
                    <a:pt x="52558" y="177770"/>
                  </a:lnTo>
                  <a:lnTo>
                    <a:pt x="59312" y="171312"/>
                  </a:lnTo>
                  <a:lnTo>
                    <a:pt x="132208" y="171312"/>
                  </a:lnTo>
                  <a:lnTo>
                    <a:pt x="129923" y="160544"/>
                  </a:lnTo>
                  <a:lnTo>
                    <a:pt x="115399" y="139993"/>
                  </a:lnTo>
                  <a:lnTo>
                    <a:pt x="93891" y="126120"/>
                  </a:lnTo>
                  <a:lnTo>
                    <a:pt x="67607" y="121028"/>
                  </a:lnTo>
                  <a:close/>
                </a:path>
                <a:path w="285750" h="316230">
                  <a:moveTo>
                    <a:pt x="132208" y="171312"/>
                  </a:moveTo>
                  <a:lnTo>
                    <a:pt x="75879" y="171312"/>
                  </a:lnTo>
                  <a:lnTo>
                    <a:pt x="82647" y="177770"/>
                  </a:lnTo>
                  <a:lnTo>
                    <a:pt x="82647" y="191792"/>
                  </a:lnTo>
                  <a:lnTo>
                    <a:pt x="78569" y="197074"/>
                  </a:lnTo>
                  <a:lnTo>
                    <a:pt x="72936" y="199101"/>
                  </a:lnTo>
                  <a:lnTo>
                    <a:pt x="72936" y="250088"/>
                  </a:lnTo>
                  <a:lnTo>
                    <a:pt x="97336" y="243704"/>
                  </a:lnTo>
                  <a:lnTo>
                    <a:pt x="117129" y="229626"/>
                  </a:lnTo>
                  <a:lnTo>
                    <a:pt x="130405" y="209675"/>
                  </a:lnTo>
                  <a:lnTo>
                    <a:pt x="135255" y="185670"/>
                  </a:lnTo>
                  <a:lnTo>
                    <a:pt x="132208" y="171312"/>
                  </a:lnTo>
                  <a:close/>
                </a:path>
                <a:path w="285750" h="316230">
                  <a:moveTo>
                    <a:pt x="217723" y="121028"/>
                  </a:moveTo>
                  <a:lnTo>
                    <a:pt x="191443" y="126120"/>
                  </a:lnTo>
                  <a:lnTo>
                    <a:pt x="169944" y="139993"/>
                  </a:lnTo>
                  <a:lnTo>
                    <a:pt x="155429" y="160544"/>
                  </a:lnTo>
                  <a:lnTo>
                    <a:pt x="150101" y="185670"/>
                  </a:lnTo>
                  <a:lnTo>
                    <a:pt x="154946" y="209675"/>
                  </a:lnTo>
                  <a:lnTo>
                    <a:pt x="168214" y="229626"/>
                  </a:lnTo>
                  <a:lnTo>
                    <a:pt x="188009" y="243704"/>
                  </a:lnTo>
                  <a:lnTo>
                    <a:pt x="212431" y="250088"/>
                  </a:lnTo>
                  <a:lnTo>
                    <a:pt x="212431" y="199101"/>
                  </a:lnTo>
                  <a:lnTo>
                    <a:pt x="206758" y="197074"/>
                  </a:lnTo>
                  <a:lnTo>
                    <a:pt x="202744" y="191792"/>
                  </a:lnTo>
                  <a:lnTo>
                    <a:pt x="202744" y="177770"/>
                  </a:lnTo>
                  <a:lnTo>
                    <a:pt x="209429" y="171312"/>
                  </a:lnTo>
                  <a:lnTo>
                    <a:pt x="282302" y="171312"/>
                  </a:lnTo>
                  <a:lnTo>
                    <a:pt x="280019" y="160544"/>
                  </a:lnTo>
                  <a:lnTo>
                    <a:pt x="265507" y="139993"/>
                  </a:lnTo>
                  <a:lnTo>
                    <a:pt x="244009" y="126120"/>
                  </a:lnTo>
                  <a:lnTo>
                    <a:pt x="217723" y="121028"/>
                  </a:lnTo>
                  <a:close/>
                </a:path>
                <a:path w="285750" h="316230">
                  <a:moveTo>
                    <a:pt x="282302" y="171312"/>
                  </a:moveTo>
                  <a:lnTo>
                    <a:pt x="226014" y="171312"/>
                  </a:lnTo>
                  <a:lnTo>
                    <a:pt x="232746" y="177770"/>
                  </a:lnTo>
                  <a:lnTo>
                    <a:pt x="232746" y="191792"/>
                  </a:lnTo>
                  <a:lnTo>
                    <a:pt x="228674" y="197074"/>
                  </a:lnTo>
                  <a:lnTo>
                    <a:pt x="223048" y="199101"/>
                  </a:lnTo>
                  <a:lnTo>
                    <a:pt x="223048" y="250088"/>
                  </a:lnTo>
                  <a:lnTo>
                    <a:pt x="247446" y="243704"/>
                  </a:lnTo>
                  <a:lnTo>
                    <a:pt x="267231" y="229626"/>
                  </a:lnTo>
                  <a:lnTo>
                    <a:pt x="280499" y="209675"/>
                  </a:lnTo>
                  <a:lnTo>
                    <a:pt x="285346" y="185670"/>
                  </a:lnTo>
                  <a:lnTo>
                    <a:pt x="282302" y="171312"/>
                  </a:lnTo>
                  <a:close/>
                </a:path>
                <a:path w="285750" h="316230">
                  <a:moveTo>
                    <a:pt x="144096" y="0"/>
                  </a:moveTo>
                  <a:lnTo>
                    <a:pt x="117814" y="5090"/>
                  </a:lnTo>
                  <a:lnTo>
                    <a:pt x="96310" y="18959"/>
                  </a:lnTo>
                  <a:lnTo>
                    <a:pt x="81790" y="39506"/>
                  </a:lnTo>
                  <a:lnTo>
                    <a:pt x="76460" y="64630"/>
                  </a:lnTo>
                  <a:lnTo>
                    <a:pt x="81305" y="88611"/>
                  </a:lnTo>
                  <a:lnTo>
                    <a:pt x="94572" y="108559"/>
                  </a:lnTo>
                  <a:lnTo>
                    <a:pt x="114360" y="122640"/>
                  </a:lnTo>
                  <a:lnTo>
                    <a:pt x="138769" y="129023"/>
                  </a:lnTo>
                  <a:lnTo>
                    <a:pt x="138769" y="78047"/>
                  </a:lnTo>
                  <a:lnTo>
                    <a:pt x="133109" y="75985"/>
                  </a:lnTo>
                  <a:lnTo>
                    <a:pt x="129056" y="70718"/>
                  </a:lnTo>
                  <a:lnTo>
                    <a:pt x="129056" y="56696"/>
                  </a:lnTo>
                  <a:lnTo>
                    <a:pt x="135837" y="50237"/>
                  </a:lnTo>
                  <a:lnTo>
                    <a:pt x="208634" y="50237"/>
                  </a:lnTo>
                  <a:lnTo>
                    <a:pt x="206361" y="39506"/>
                  </a:lnTo>
                  <a:lnTo>
                    <a:pt x="191858" y="18959"/>
                  </a:lnTo>
                  <a:lnTo>
                    <a:pt x="170371" y="5090"/>
                  </a:lnTo>
                  <a:lnTo>
                    <a:pt x="144096" y="0"/>
                  </a:lnTo>
                  <a:close/>
                </a:path>
                <a:path w="285750" h="316230">
                  <a:moveTo>
                    <a:pt x="208634" y="50237"/>
                  </a:moveTo>
                  <a:lnTo>
                    <a:pt x="152355" y="50237"/>
                  </a:lnTo>
                  <a:lnTo>
                    <a:pt x="159133" y="56696"/>
                  </a:lnTo>
                  <a:lnTo>
                    <a:pt x="159133" y="70718"/>
                  </a:lnTo>
                  <a:lnTo>
                    <a:pt x="155079" y="75985"/>
                  </a:lnTo>
                  <a:lnTo>
                    <a:pt x="149396" y="78047"/>
                  </a:lnTo>
                  <a:lnTo>
                    <a:pt x="149396" y="129023"/>
                  </a:lnTo>
                  <a:lnTo>
                    <a:pt x="173817" y="122640"/>
                  </a:lnTo>
                  <a:lnTo>
                    <a:pt x="193596" y="108559"/>
                  </a:lnTo>
                  <a:lnTo>
                    <a:pt x="206847" y="88611"/>
                  </a:lnTo>
                  <a:lnTo>
                    <a:pt x="211683" y="64630"/>
                  </a:lnTo>
                  <a:lnTo>
                    <a:pt x="208634" y="50237"/>
                  </a:lnTo>
                  <a:close/>
                </a:path>
              </a:pathLst>
            </a:custGeom>
            <a:solidFill>
              <a:srgbClr val="008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08695" y="614117"/>
              <a:ext cx="1329055" cy="77470"/>
            </a:xfrm>
            <a:custGeom>
              <a:avLst/>
              <a:gdLst/>
              <a:ahLst/>
              <a:cxnLst/>
              <a:rect l="l" t="t" r="r" b="b"/>
              <a:pathLst>
                <a:path w="1329054" h="77470">
                  <a:moveTo>
                    <a:pt x="26690" y="906"/>
                  </a:moveTo>
                  <a:lnTo>
                    <a:pt x="17167" y="906"/>
                  </a:lnTo>
                  <a:lnTo>
                    <a:pt x="0" y="76215"/>
                  </a:lnTo>
                  <a:lnTo>
                    <a:pt x="8243" y="76215"/>
                  </a:lnTo>
                  <a:lnTo>
                    <a:pt x="13284" y="53621"/>
                  </a:lnTo>
                  <a:lnTo>
                    <a:pt x="38392" y="53621"/>
                  </a:lnTo>
                  <a:lnTo>
                    <a:pt x="36866" y="46746"/>
                  </a:lnTo>
                  <a:lnTo>
                    <a:pt x="14536" y="46746"/>
                  </a:lnTo>
                  <a:lnTo>
                    <a:pt x="18431" y="27644"/>
                  </a:lnTo>
                  <a:lnTo>
                    <a:pt x="19492" y="22261"/>
                  </a:lnTo>
                  <a:lnTo>
                    <a:pt x="20580" y="16015"/>
                  </a:lnTo>
                  <a:lnTo>
                    <a:pt x="21423" y="10378"/>
                  </a:lnTo>
                  <a:lnTo>
                    <a:pt x="28793" y="10378"/>
                  </a:lnTo>
                  <a:lnTo>
                    <a:pt x="26690" y="906"/>
                  </a:lnTo>
                  <a:close/>
                </a:path>
                <a:path w="1329054" h="77470">
                  <a:moveTo>
                    <a:pt x="38392" y="53621"/>
                  </a:moveTo>
                  <a:lnTo>
                    <a:pt x="29930" y="53621"/>
                  </a:lnTo>
                  <a:lnTo>
                    <a:pt x="34984" y="76215"/>
                  </a:lnTo>
                  <a:lnTo>
                    <a:pt x="43408" y="76215"/>
                  </a:lnTo>
                  <a:lnTo>
                    <a:pt x="38392" y="53621"/>
                  </a:lnTo>
                  <a:close/>
                </a:path>
                <a:path w="1329054" h="77470">
                  <a:moveTo>
                    <a:pt x="28793" y="10378"/>
                  </a:moveTo>
                  <a:lnTo>
                    <a:pt x="21924" y="10378"/>
                  </a:lnTo>
                  <a:lnTo>
                    <a:pt x="22834" y="16135"/>
                  </a:lnTo>
                  <a:lnTo>
                    <a:pt x="23760" y="22261"/>
                  </a:lnTo>
                  <a:lnTo>
                    <a:pt x="28795" y="46746"/>
                  </a:lnTo>
                  <a:lnTo>
                    <a:pt x="36866" y="46746"/>
                  </a:lnTo>
                  <a:lnTo>
                    <a:pt x="28793" y="10378"/>
                  </a:lnTo>
                  <a:close/>
                </a:path>
                <a:path w="1329054" h="77470">
                  <a:moveTo>
                    <a:pt x="163814" y="622"/>
                  </a:moveTo>
                  <a:lnTo>
                    <a:pt x="151984" y="622"/>
                  </a:lnTo>
                  <a:lnTo>
                    <a:pt x="147862" y="1169"/>
                  </a:lnTo>
                  <a:lnTo>
                    <a:pt x="144371" y="2026"/>
                  </a:lnTo>
                  <a:lnTo>
                    <a:pt x="144371" y="76215"/>
                  </a:lnTo>
                  <a:lnTo>
                    <a:pt x="152934" y="76215"/>
                  </a:lnTo>
                  <a:lnTo>
                    <a:pt x="152934" y="45363"/>
                  </a:lnTo>
                  <a:lnTo>
                    <a:pt x="163964" y="45363"/>
                  </a:lnTo>
                  <a:lnTo>
                    <a:pt x="170406" y="42684"/>
                  </a:lnTo>
                  <a:lnTo>
                    <a:pt x="173503" y="38491"/>
                  </a:lnTo>
                  <a:lnTo>
                    <a:pt x="154832" y="38491"/>
                  </a:lnTo>
                  <a:lnTo>
                    <a:pt x="153997" y="38357"/>
                  </a:lnTo>
                  <a:lnTo>
                    <a:pt x="152934" y="38130"/>
                  </a:lnTo>
                  <a:lnTo>
                    <a:pt x="152934" y="8210"/>
                  </a:lnTo>
                  <a:lnTo>
                    <a:pt x="154080" y="7854"/>
                  </a:lnTo>
                  <a:lnTo>
                    <a:pt x="155746" y="7639"/>
                  </a:lnTo>
                  <a:lnTo>
                    <a:pt x="175070" y="7639"/>
                  </a:lnTo>
                  <a:lnTo>
                    <a:pt x="169642" y="2278"/>
                  </a:lnTo>
                  <a:lnTo>
                    <a:pt x="163814" y="622"/>
                  </a:lnTo>
                  <a:close/>
                </a:path>
                <a:path w="1329054" h="77470">
                  <a:moveTo>
                    <a:pt x="163964" y="45363"/>
                  </a:moveTo>
                  <a:lnTo>
                    <a:pt x="152934" y="45363"/>
                  </a:lnTo>
                  <a:lnTo>
                    <a:pt x="154188" y="45543"/>
                  </a:lnTo>
                  <a:lnTo>
                    <a:pt x="163530" y="45543"/>
                  </a:lnTo>
                  <a:lnTo>
                    <a:pt x="163964" y="45363"/>
                  </a:lnTo>
                  <a:close/>
                </a:path>
                <a:path w="1329054" h="77470">
                  <a:moveTo>
                    <a:pt x="175070" y="7639"/>
                  </a:moveTo>
                  <a:lnTo>
                    <a:pt x="167270" y="7639"/>
                  </a:lnTo>
                  <a:lnTo>
                    <a:pt x="170535" y="14550"/>
                  </a:lnTo>
                  <a:lnTo>
                    <a:pt x="170535" y="32875"/>
                  </a:lnTo>
                  <a:lnTo>
                    <a:pt x="164768" y="38491"/>
                  </a:lnTo>
                  <a:lnTo>
                    <a:pt x="173503" y="38491"/>
                  </a:lnTo>
                  <a:lnTo>
                    <a:pt x="174517" y="37119"/>
                  </a:lnTo>
                  <a:lnTo>
                    <a:pt x="177436" y="33328"/>
                  </a:lnTo>
                  <a:lnTo>
                    <a:pt x="179165" y="28658"/>
                  </a:lnTo>
                  <a:lnTo>
                    <a:pt x="179165" y="15217"/>
                  </a:lnTo>
                  <a:lnTo>
                    <a:pt x="177209" y="9737"/>
                  </a:lnTo>
                  <a:lnTo>
                    <a:pt x="175070" y="7639"/>
                  </a:lnTo>
                  <a:close/>
                </a:path>
                <a:path w="1329054" h="77470">
                  <a:moveTo>
                    <a:pt x="244234" y="906"/>
                  </a:moveTo>
                  <a:lnTo>
                    <a:pt x="234763" y="906"/>
                  </a:lnTo>
                  <a:lnTo>
                    <a:pt x="217533" y="76215"/>
                  </a:lnTo>
                  <a:lnTo>
                    <a:pt x="225802" y="76215"/>
                  </a:lnTo>
                  <a:lnTo>
                    <a:pt x="230842" y="53621"/>
                  </a:lnTo>
                  <a:lnTo>
                    <a:pt x="255995" y="53621"/>
                  </a:lnTo>
                  <a:lnTo>
                    <a:pt x="254461" y="46746"/>
                  </a:lnTo>
                  <a:lnTo>
                    <a:pt x="232092" y="46746"/>
                  </a:lnTo>
                  <a:lnTo>
                    <a:pt x="237071" y="22261"/>
                  </a:lnTo>
                  <a:lnTo>
                    <a:pt x="238129" y="16015"/>
                  </a:lnTo>
                  <a:lnTo>
                    <a:pt x="238978" y="10378"/>
                  </a:lnTo>
                  <a:lnTo>
                    <a:pt x="246348" y="10378"/>
                  </a:lnTo>
                  <a:lnTo>
                    <a:pt x="244234" y="906"/>
                  </a:lnTo>
                  <a:close/>
                </a:path>
                <a:path w="1329054" h="77470">
                  <a:moveTo>
                    <a:pt x="255995" y="53621"/>
                  </a:moveTo>
                  <a:lnTo>
                    <a:pt x="247525" y="53621"/>
                  </a:lnTo>
                  <a:lnTo>
                    <a:pt x="252492" y="76215"/>
                  </a:lnTo>
                  <a:lnTo>
                    <a:pt x="261035" y="76215"/>
                  </a:lnTo>
                  <a:lnTo>
                    <a:pt x="255995" y="53621"/>
                  </a:lnTo>
                  <a:close/>
                </a:path>
                <a:path w="1329054" h="77470">
                  <a:moveTo>
                    <a:pt x="246348" y="10378"/>
                  </a:moveTo>
                  <a:lnTo>
                    <a:pt x="239431" y="10378"/>
                  </a:lnTo>
                  <a:lnTo>
                    <a:pt x="240380" y="16135"/>
                  </a:lnTo>
                  <a:lnTo>
                    <a:pt x="241362" y="22261"/>
                  </a:lnTo>
                  <a:lnTo>
                    <a:pt x="242449" y="27644"/>
                  </a:lnTo>
                  <a:lnTo>
                    <a:pt x="246405" y="46746"/>
                  </a:lnTo>
                  <a:lnTo>
                    <a:pt x="254461" y="46746"/>
                  </a:lnTo>
                  <a:lnTo>
                    <a:pt x="246348" y="10378"/>
                  </a:lnTo>
                  <a:close/>
                </a:path>
                <a:path w="1329054" h="77470">
                  <a:moveTo>
                    <a:pt x="329170" y="622"/>
                  </a:moveTo>
                  <a:lnTo>
                    <a:pt x="317422" y="622"/>
                  </a:lnTo>
                  <a:lnTo>
                    <a:pt x="312966" y="1014"/>
                  </a:lnTo>
                  <a:lnTo>
                    <a:pt x="309236" y="2026"/>
                  </a:lnTo>
                  <a:lnTo>
                    <a:pt x="309236" y="76215"/>
                  </a:lnTo>
                  <a:lnTo>
                    <a:pt x="317872" y="76215"/>
                  </a:lnTo>
                  <a:lnTo>
                    <a:pt x="317872" y="43371"/>
                  </a:lnTo>
                  <a:lnTo>
                    <a:pt x="338233" y="43371"/>
                  </a:lnTo>
                  <a:lnTo>
                    <a:pt x="337452" y="41911"/>
                  </a:lnTo>
                  <a:lnTo>
                    <a:pt x="331851" y="40229"/>
                  </a:lnTo>
                  <a:lnTo>
                    <a:pt x="331851" y="40013"/>
                  </a:lnTo>
                  <a:lnTo>
                    <a:pt x="339005" y="36774"/>
                  </a:lnTo>
                  <a:lnTo>
                    <a:pt x="317872" y="36774"/>
                  </a:lnTo>
                  <a:lnTo>
                    <a:pt x="317872" y="7959"/>
                  </a:lnTo>
                  <a:lnTo>
                    <a:pt x="318982" y="7639"/>
                  </a:lnTo>
                  <a:lnTo>
                    <a:pt x="320662" y="7484"/>
                  </a:lnTo>
                  <a:lnTo>
                    <a:pt x="340149" y="7484"/>
                  </a:lnTo>
                  <a:lnTo>
                    <a:pt x="338665" y="5957"/>
                  </a:lnTo>
                  <a:lnTo>
                    <a:pt x="334756" y="2123"/>
                  </a:lnTo>
                  <a:lnTo>
                    <a:pt x="329170" y="622"/>
                  </a:lnTo>
                  <a:close/>
                </a:path>
                <a:path w="1329054" h="77470">
                  <a:moveTo>
                    <a:pt x="338233" y="43371"/>
                  </a:moveTo>
                  <a:lnTo>
                    <a:pt x="328658" y="43371"/>
                  </a:lnTo>
                  <a:lnTo>
                    <a:pt x="331851" y="47282"/>
                  </a:lnTo>
                  <a:lnTo>
                    <a:pt x="333496" y="57552"/>
                  </a:lnTo>
                  <a:lnTo>
                    <a:pt x="334962" y="66859"/>
                  </a:lnTo>
                  <a:lnTo>
                    <a:pt x="336452" y="73997"/>
                  </a:lnTo>
                  <a:lnTo>
                    <a:pt x="337546" y="76215"/>
                  </a:lnTo>
                  <a:lnTo>
                    <a:pt x="346280" y="76215"/>
                  </a:lnTo>
                  <a:lnTo>
                    <a:pt x="345258" y="73903"/>
                  </a:lnTo>
                  <a:lnTo>
                    <a:pt x="343659" y="67481"/>
                  </a:lnTo>
                  <a:lnTo>
                    <a:pt x="342014" y="57087"/>
                  </a:lnTo>
                  <a:lnTo>
                    <a:pt x="340321" y="47282"/>
                  </a:lnTo>
                  <a:lnTo>
                    <a:pt x="338233" y="43371"/>
                  </a:lnTo>
                  <a:close/>
                </a:path>
                <a:path w="1329054" h="77470">
                  <a:moveTo>
                    <a:pt x="340149" y="7484"/>
                  </a:moveTo>
                  <a:lnTo>
                    <a:pt x="322355" y="7484"/>
                  </a:lnTo>
                  <a:lnTo>
                    <a:pt x="331624" y="7639"/>
                  </a:lnTo>
                  <a:lnTo>
                    <a:pt x="335174" y="13002"/>
                  </a:lnTo>
                  <a:lnTo>
                    <a:pt x="335174" y="30732"/>
                  </a:lnTo>
                  <a:lnTo>
                    <a:pt x="329731" y="36774"/>
                  </a:lnTo>
                  <a:lnTo>
                    <a:pt x="339005" y="36774"/>
                  </a:lnTo>
                  <a:lnTo>
                    <a:pt x="339429" y="36582"/>
                  </a:lnTo>
                  <a:lnTo>
                    <a:pt x="343875" y="30304"/>
                  </a:lnTo>
                  <a:lnTo>
                    <a:pt x="343875" y="14763"/>
                  </a:lnTo>
                  <a:lnTo>
                    <a:pt x="342338" y="9737"/>
                  </a:lnTo>
                  <a:lnTo>
                    <a:pt x="340149" y="7484"/>
                  </a:lnTo>
                  <a:close/>
                </a:path>
                <a:path w="1329054" h="77470">
                  <a:moveTo>
                    <a:pt x="409244" y="8639"/>
                  </a:moveTo>
                  <a:lnTo>
                    <a:pt x="400629" y="8639"/>
                  </a:lnTo>
                  <a:lnTo>
                    <a:pt x="400629" y="76215"/>
                  </a:lnTo>
                  <a:lnTo>
                    <a:pt x="409244" y="76215"/>
                  </a:lnTo>
                  <a:lnTo>
                    <a:pt x="409244" y="8639"/>
                  </a:lnTo>
                  <a:close/>
                </a:path>
                <a:path w="1329054" h="77470">
                  <a:moveTo>
                    <a:pt x="422945" y="906"/>
                  </a:moveTo>
                  <a:lnTo>
                    <a:pt x="386928" y="906"/>
                  </a:lnTo>
                  <a:lnTo>
                    <a:pt x="386928" y="8639"/>
                  </a:lnTo>
                  <a:lnTo>
                    <a:pt x="422945" y="8639"/>
                  </a:lnTo>
                  <a:lnTo>
                    <a:pt x="422945" y="906"/>
                  </a:lnTo>
                  <a:close/>
                </a:path>
                <a:path w="1329054" h="77470">
                  <a:moveTo>
                    <a:pt x="478389" y="906"/>
                  </a:moveTo>
                  <a:lnTo>
                    <a:pt x="470253" y="906"/>
                  </a:lnTo>
                  <a:lnTo>
                    <a:pt x="470253" y="76215"/>
                  </a:lnTo>
                  <a:lnTo>
                    <a:pt x="478080" y="76215"/>
                  </a:lnTo>
                  <a:lnTo>
                    <a:pt x="477954" y="34142"/>
                  </a:lnTo>
                  <a:lnTo>
                    <a:pt x="477889" y="30046"/>
                  </a:lnTo>
                  <a:lnTo>
                    <a:pt x="477588" y="21310"/>
                  </a:lnTo>
                  <a:lnTo>
                    <a:pt x="477222" y="14406"/>
                  </a:lnTo>
                  <a:lnTo>
                    <a:pt x="483714" y="14406"/>
                  </a:lnTo>
                  <a:lnTo>
                    <a:pt x="478389" y="906"/>
                  </a:lnTo>
                  <a:close/>
                </a:path>
                <a:path w="1329054" h="77470">
                  <a:moveTo>
                    <a:pt x="483714" y="14406"/>
                  </a:moveTo>
                  <a:lnTo>
                    <a:pt x="477438" y="14406"/>
                  </a:lnTo>
                  <a:lnTo>
                    <a:pt x="479528" y="21310"/>
                  </a:lnTo>
                  <a:lnTo>
                    <a:pt x="481763" y="27898"/>
                  </a:lnTo>
                  <a:lnTo>
                    <a:pt x="484069" y="34142"/>
                  </a:lnTo>
                  <a:lnTo>
                    <a:pt x="500626" y="76215"/>
                  </a:lnTo>
                  <a:lnTo>
                    <a:pt x="508777" y="76215"/>
                  </a:lnTo>
                  <a:lnTo>
                    <a:pt x="508777" y="62487"/>
                  </a:lnTo>
                  <a:lnTo>
                    <a:pt x="501793" y="62487"/>
                  </a:lnTo>
                  <a:lnTo>
                    <a:pt x="499703" y="56078"/>
                  </a:lnTo>
                  <a:lnTo>
                    <a:pt x="497288" y="49317"/>
                  </a:lnTo>
                  <a:lnTo>
                    <a:pt x="494754" y="42570"/>
                  </a:lnTo>
                  <a:lnTo>
                    <a:pt x="492310" y="36201"/>
                  </a:lnTo>
                  <a:lnTo>
                    <a:pt x="483714" y="14406"/>
                  </a:lnTo>
                  <a:close/>
                </a:path>
                <a:path w="1329054" h="77470">
                  <a:moveTo>
                    <a:pt x="508777" y="906"/>
                  </a:moveTo>
                  <a:lnTo>
                    <a:pt x="501004" y="906"/>
                  </a:lnTo>
                  <a:lnTo>
                    <a:pt x="501058" y="36201"/>
                  </a:lnTo>
                  <a:lnTo>
                    <a:pt x="501246" y="45619"/>
                  </a:lnTo>
                  <a:lnTo>
                    <a:pt x="501555" y="53909"/>
                  </a:lnTo>
                  <a:lnTo>
                    <a:pt x="501997" y="62487"/>
                  </a:lnTo>
                  <a:lnTo>
                    <a:pt x="508777" y="62487"/>
                  </a:lnTo>
                  <a:lnTo>
                    <a:pt x="508777" y="906"/>
                  </a:lnTo>
                  <a:close/>
                </a:path>
                <a:path w="1329054" h="77470">
                  <a:moveTo>
                    <a:pt x="589801" y="906"/>
                  </a:moveTo>
                  <a:lnTo>
                    <a:pt x="561063" y="906"/>
                  </a:lnTo>
                  <a:lnTo>
                    <a:pt x="561063" y="76215"/>
                  </a:lnTo>
                  <a:lnTo>
                    <a:pt x="591124" y="76215"/>
                  </a:lnTo>
                  <a:lnTo>
                    <a:pt x="591124" y="68745"/>
                  </a:lnTo>
                  <a:lnTo>
                    <a:pt x="569678" y="68745"/>
                  </a:lnTo>
                  <a:lnTo>
                    <a:pt x="569678" y="40477"/>
                  </a:lnTo>
                  <a:lnTo>
                    <a:pt x="588589" y="40477"/>
                  </a:lnTo>
                  <a:lnTo>
                    <a:pt x="588589" y="33209"/>
                  </a:lnTo>
                  <a:lnTo>
                    <a:pt x="569678" y="33209"/>
                  </a:lnTo>
                  <a:lnTo>
                    <a:pt x="569678" y="8365"/>
                  </a:lnTo>
                  <a:lnTo>
                    <a:pt x="589801" y="8365"/>
                  </a:lnTo>
                  <a:lnTo>
                    <a:pt x="589801" y="906"/>
                  </a:lnTo>
                  <a:close/>
                </a:path>
                <a:path w="1329054" h="77470">
                  <a:moveTo>
                    <a:pt x="659378" y="622"/>
                  </a:moveTo>
                  <a:lnTo>
                    <a:pt x="647665" y="622"/>
                  </a:lnTo>
                  <a:lnTo>
                    <a:pt x="643208" y="1014"/>
                  </a:lnTo>
                  <a:lnTo>
                    <a:pt x="639493" y="2026"/>
                  </a:lnTo>
                  <a:lnTo>
                    <a:pt x="639493" y="76215"/>
                  </a:lnTo>
                  <a:lnTo>
                    <a:pt x="648097" y="76215"/>
                  </a:lnTo>
                  <a:lnTo>
                    <a:pt x="648097" y="43371"/>
                  </a:lnTo>
                  <a:lnTo>
                    <a:pt x="668475" y="43371"/>
                  </a:lnTo>
                  <a:lnTo>
                    <a:pt x="667684" y="41911"/>
                  </a:lnTo>
                  <a:lnTo>
                    <a:pt x="662057" y="40229"/>
                  </a:lnTo>
                  <a:lnTo>
                    <a:pt x="662057" y="40013"/>
                  </a:lnTo>
                  <a:lnTo>
                    <a:pt x="669250" y="36774"/>
                  </a:lnTo>
                  <a:lnTo>
                    <a:pt x="648097" y="36774"/>
                  </a:lnTo>
                  <a:lnTo>
                    <a:pt x="648097" y="7959"/>
                  </a:lnTo>
                  <a:lnTo>
                    <a:pt x="649249" y="7639"/>
                  </a:lnTo>
                  <a:lnTo>
                    <a:pt x="650897" y="7484"/>
                  </a:lnTo>
                  <a:lnTo>
                    <a:pt x="670390" y="7484"/>
                  </a:lnTo>
                  <a:lnTo>
                    <a:pt x="668912" y="5957"/>
                  </a:lnTo>
                  <a:lnTo>
                    <a:pt x="664980" y="2123"/>
                  </a:lnTo>
                  <a:lnTo>
                    <a:pt x="659378" y="622"/>
                  </a:lnTo>
                  <a:close/>
                </a:path>
                <a:path w="1329054" h="77470">
                  <a:moveTo>
                    <a:pt x="668475" y="43371"/>
                  </a:moveTo>
                  <a:lnTo>
                    <a:pt x="658854" y="43371"/>
                  </a:lnTo>
                  <a:lnTo>
                    <a:pt x="662057" y="47282"/>
                  </a:lnTo>
                  <a:lnTo>
                    <a:pt x="663754" y="57552"/>
                  </a:lnTo>
                  <a:lnTo>
                    <a:pt x="665229" y="66859"/>
                  </a:lnTo>
                  <a:lnTo>
                    <a:pt x="666694" y="73997"/>
                  </a:lnTo>
                  <a:lnTo>
                    <a:pt x="667767" y="76215"/>
                  </a:lnTo>
                  <a:lnTo>
                    <a:pt x="676526" y="76215"/>
                  </a:lnTo>
                  <a:lnTo>
                    <a:pt x="675525" y="73903"/>
                  </a:lnTo>
                  <a:lnTo>
                    <a:pt x="673926" y="67481"/>
                  </a:lnTo>
                  <a:lnTo>
                    <a:pt x="672260" y="57087"/>
                  </a:lnTo>
                  <a:lnTo>
                    <a:pt x="670593" y="47282"/>
                  </a:lnTo>
                  <a:lnTo>
                    <a:pt x="668475" y="43371"/>
                  </a:lnTo>
                  <a:close/>
                </a:path>
                <a:path w="1329054" h="77470">
                  <a:moveTo>
                    <a:pt x="670390" y="7484"/>
                  </a:moveTo>
                  <a:lnTo>
                    <a:pt x="652611" y="7484"/>
                  </a:lnTo>
                  <a:lnTo>
                    <a:pt x="661845" y="7639"/>
                  </a:lnTo>
                  <a:lnTo>
                    <a:pt x="665455" y="13002"/>
                  </a:lnTo>
                  <a:lnTo>
                    <a:pt x="665455" y="30732"/>
                  </a:lnTo>
                  <a:lnTo>
                    <a:pt x="659973" y="36774"/>
                  </a:lnTo>
                  <a:lnTo>
                    <a:pt x="669250" y="36774"/>
                  </a:lnTo>
                  <a:lnTo>
                    <a:pt x="669676" y="36582"/>
                  </a:lnTo>
                  <a:lnTo>
                    <a:pt x="674179" y="30304"/>
                  </a:lnTo>
                  <a:lnTo>
                    <a:pt x="674179" y="14763"/>
                  </a:lnTo>
                  <a:lnTo>
                    <a:pt x="672570" y="9737"/>
                  </a:lnTo>
                  <a:lnTo>
                    <a:pt x="670390" y="7484"/>
                  </a:lnTo>
                  <a:close/>
                </a:path>
                <a:path w="1329054" h="77470">
                  <a:moveTo>
                    <a:pt x="809848" y="906"/>
                  </a:moveTo>
                  <a:lnTo>
                    <a:pt x="781135" y="906"/>
                  </a:lnTo>
                  <a:lnTo>
                    <a:pt x="781135" y="76215"/>
                  </a:lnTo>
                  <a:lnTo>
                    <a:pt x="789724" y="76215"/>
                  </a:lnTo>
                  <a:lnTo>
                    <a:pt x="789724" y="42003"/>
                  </a:lnTo>
                  <a:lnTo>
                    <a:pt x="808516" y="42003"/>
                  </a:lnTo>
                  <a:lnTo>
                    <a:pt x="808516" y="34747"/>
                  </a:lnTo>
                  <a:lnTo>
                    <a:pt x="789724" y="34747"/>
                  </a:lnTo>
                  <a:lnTo>
                    <a:pt x="789724" y="8365"/>
                  </a:lnTo>
                  <a:lnTo>
                    <a:pt x="809848" y="8365"/>
                  </a:lnTo>
                  <a:lnTo>
                    <a:pt x="809848" y="906"/>
                  </a:lnTo>
                  <a:close/>
                </a:path>
                <a:path w="1329054" h="77470">
                  <a:moveTo>
                    <a:pt x="877557" y="0"/>
                  </a:moveTo>
                  <a:lnTo>
                    <a:pt x="868536" y="2501"/>
                  </a:lnTo>
                  <a:lnTo>
                    <a:pt x="861551" y="9879"/>
                  </a:lnTo>
                  <a:lnTo>
                    <a:pt x="857040" y="21939"/>
                  </a:lnTo>
                  <a:lnTo>
                    <a:pt x="855438" y="38491"/>
                  </a:lnTo>
                  <a:lnTo>
                    <a:pt x="856943" y="55221"/>
                  </a:lnTo>
                  <a:lnTo>
                    <a:pt x="861189" y="67316"/>
                  </a:lnTo>
                  <a:lnTo>
                    <a:pt x="867780" y="74659"/>
                  </a:lnTo>
                  <a:lnTo>
                    <a:pt x="876315" y="77133"/>
                  </a:lnTo>
                  <a:lnTo>
                    <a:pt x="884863" y="74994"/>
                  </a:lnTo>
                  <a:lnTo>
                    <a:pt x="890400" y="69504"/>
                  </a:lnTo>
                  <a:lnTo>
                    <a:pt x="876783" y="69504"/>
                  </a:lnTo>
                  <a:lnTo>
                    <a:pt x="870725" y="66715"/>
                  </a:lnTo>
                  <a:lnTo>
                    <a:pt x="866897" y="59472"/>
                  </a:lnTo>
                  <a:lnTo>
                    <a:pt x="864909" y="49458"/>
                  </a:lnTo>
                  <a:lnTo>
                    <a:pt x="864367" y="38491"/>
                  </a:lnTo>
                  <a:lnTo>
                    <a:pt x="864912" y="27616"/>
                  </a:lnTo>
                  <a:lnTo>
                    <a:pt x="866900" y="17683"/>
                  </a:lnTo>
                  <a:lnTo>
                    <a:pt x="870726" y="10441"/>
                  </a:lnTo>
                  <a:lnTo>
                    <a:pt x="876783" y="7639"/>
                  </a:lnTo>
                  <a:lnTo>
                    <a:pt x="890601" y="7639"/>
                  </a:lnTo>
                  <a:lnTo>
                    <a:pt x="886190" y="2562"/>
                  </a:lnTo>
                  <a:lnTo>
                    <a:pt x="877557" y="0"/>
                  </a:lnTo>
                  <a:close/>
                </a:path>
                <a:path w="1329054" h="77470">
                  <a:moveTo>
                    <a:pt x="890601" y="7639"/>
                  </a:moveTo>
                  <a:lnTo>
                    <a:pt x="876783" y="7639"/>
                  </a:lnTo>
                  <a:lnTo>
                    <a:pt x="882876" y="10458"/>
                  </a:lnTo>
                  <a:lnTo>
                    <a:pt x="886682" y="17717"/>
                  </a:lnTo>
                  <a:lnTo>
                    <a:pt x="888643" y="27616"/>
                  </a:lnTo>
                  <a:lnTo>
                    <a:pt x="889179" y="37975"/>
                  </a:lnTo>
                  <a:lnTo>
                    <a:pt x="889192" y="38491"/>
                  </a:lnTo>
                  <a:lnTo>
                    <a:pt x="888634" y="49515"/>
                  </a:lnTo>
                  <a:lnTo>
                    <a:pt x="886690" y="59489"/>
                  </a:lnTo>
                  <a:lnTo>
                    <a:pt x="882926" y="66718"/>
                  </a:lnTo>
                  <a:lnTo>
                    <a:pt x="876913" y="69504"/>
                  </a:lnTo>
                  <a:lnTo>
                    <a:pt x="890400" y="69504"/>
                  </a:lnTo>
                  <a:lnTo>
                    <a:pt x="891749" y="68166"/>
                  </a:lnTo>
                  <a:lnTo>
                    <a:pt x="896395" y="56032"/>
                  </a:lnTo>
                  <a:lnTo>
                    <a:pt x="898099" y="37975"/>
                  </a:lnTo>
                  <a:lnTo>
                    <a:pt x="896697" y="21927"/>
                  </a:lnTo>
                  <a:lnTo>
                    <a:pt x="892649" y="9997"/>
                  </a:lnTo>
                  <a:lnTo>
                    <a:pt x="890601" y="7639"/>
                  </a:lnTo>
                  <a:close/>
                </a:path>
                <a:path w="1329054" h="77470">
                  <a:moveTo>
                    <a:pt x="967150" y="622"/>
                  </a:moveTo>
                  <a:lnTo>
                    <a:pt x="955436" y="622"/>
                  </a:lnTo>
                  <a:lnTo>
                    <a:pt x="950968" y="1014"/>
                  </a:lnTo>
                  <a:lnTo>
                    <a:pt x="947249" y="2026"/>
                  </a:lnTo>
                  <a:lnTo>
                    <a:pt x="947249" y="76215"/>
                  </a:lnTo>
                  <a:lnTo>
                    <a:pt x="955842" y="76215"/>
                  </a:lnTo>
                  <a:lnTo>
                    <a:pt x="955842" y="43371"/>
                  </a:lnTo>
                  <a:lnTo>
                    <a:pt x="976237" y="43371"/>
                  </a:lnTo>
                  <a:lnTo>
                    <a:pt x="975456" y="41911"/>
                  </a:lnTo>
                  <a:lnTo>
                    <a:pt x="969854" y="40229"/>
                  </a:lnTo>
                  <a:lnTo>
                    <a:pt x="969854" y="40013"/>
                  </a:lnTo>
                  <a:lnTo>
                    <a:pt x="977022" y="36774"/>
                  </a:lnTo>
                  <a:lnTo>
                    <a:pt x="955842" y="36774"/>
                  </a:lnTo>
                  <a:lnTo>
                    <a:pt x="955842" y="7959"/>
                  </a:lnTo>
                  <a:lnTo>
                    <a:pt x="956998" y="7639"/>
                  </a:lnTo>
                  <a:lnTo>
                    <a:pt x="958665" y="7484"/>
                  </a:lnTo>
                  <a:lnTo>
                    <a:pt x="978145" y="7484"/>
                  </a:lnTo>
                  <a:lnTo>
                    <a:pt x="976657" y="5957"/>
                  </a:lnTo>
                  <a:lnTo>
                    <a:pt x="972727" y="2123"/>
                  </a:lnTo>
                  <a:lnTo>
                    <a:pt x="967150" y="622"/>
                  </a:lnTo>
                  <a:close/>
                </a:path>
                <a:path w="1329054" h="77470">
                  <a:moveTo>
                    <a:pt x="976237" y="43371"/>
                  </a:moveTo>
                  <a:lnTo>
                    <a:pt x="966603" y="43371"/>
                  </a:lnTo>
                  <a:lnTo>
                    <a:pt x="969854" y="47282"/>
                  </a:lnTo>
                  <a:lnTo>
                    <a:pt x="971510" y="57552"/>
                  </a:lnTo>
                  <a:lnTo>
                    <a:pt x="972931" y="66859"/>
                  </a:lnTo>
                  <a:lnTo>
                    <a:pt x="974440" y="73997"/>
                  </a:lnTo>
                  <a:lnTo>
                    <a:pt x="975539" y="76215"/>
                  </a:lnTo>
                  <a:lnTo>
                    <a:pt x="984261" y="76215"/>
                  </a:lnTo>
                  <a:lnTo>
                    <a:pt x="983235" y="73903"/>
                  </a:lnTo>
                  <a:lnTo>
                    <a:pt x="981687" y="67481"/>
                  </a:lnTo>
                  <a:lnTo>
                    <a:pt x="980020" y="57087"/>
                  </a:lnTo>
                  <a:lnTo>
                    <a:pt x="978329" y="47282"/>
                  </a:lnTo>
                  <a:lnTo>
                    <a:pt x="976237" y="43371"/>
                  </a:lnTo>
                  <a:close/>
                </a:path>
                <a:path w="1329054" h="77470">
                  <a:moveTo>
                    <a:pt x="978145" y="7484"/>
                  </a:moveTo>
                  <a:lnTo>
                    <a:pt x="960368" y="7484"/>
                  </a:lnTo>
                  <a:lnTo>
                    <a:pt x="969627" y="7639"/>
                  </a:lnTo>
                  <a:lnTo>
                    <a:pt x="973202" y="13002"/>
                  </a:lnTo>
                  <a:lnTo>
                    <a:pt x="973202" y="30732"/>
                  </a:lnTo>
                  <a:lnTo>
                    <a:pt x="967712" y="36774"/>
                  </a:lnTo>
                  <a:lnTo>
                    <a:pt x="977022" y="36774"/>
                  </a:lnTo>
                  <a:lnTo>
                    <a:pt x="977446" y="36582"/>
                  </a:lnTo>
                  <a:lnTo>
                    <a:pt x="981914" y="30304"/>
                  </a:lnTo>
                  <a:lnTo>
                    <a:pt x="981914" y="14763"/>
                  </a:lnTo>
                  <a:lnTo>
                    <a:pt x="980340" y="9737"/>
                  </a:lnTo>
                  <a:lnTo>
                    <a:pt x="978145" y="7484"/>
                  </a:lnTo>
                  <a:close/>
                </a:path>
                <a:path w="1329054" h="77470">
                  <a:moveTo>
                    <a:pt x="1091383" y="906"/>
                  </a:moveTo>
                  <a:lnTo>
                    <a:pt x="1082767" y="906"/>
                  </a:lnTo>
                  <a:lnTo>
                    <a:pt x="1082767" y="76215"/>
                  </a:lnTo>
                  <a:lnTo>
                    <a:pt x="1112593" y="76215"/>
                  </a:lnTo>
                  <a:lnTo>
                    <a:pt x="1112593" y="68931"/>
                  </a:lnTo>
                  <a:lnTo>
                    <a:pt x="1091383" y="68931"/>
                  </a:lnTo>
                  <a:lnTo>
                    <a:pt x="1091383" y="906"/>
                  </a:lnTo>
                  <a:close/>
                </a:path>
                <a:path w="1329054" h="77470">
                  <a:moveTo>
                    <a:pt x="1168656" y="906"/>
                  </a:moveTo>
                  <a:lnTo>
                    <a:pt x="1160063" y="906"/>
                  </a:lnTo>
                  <a:lnTo>
                    <a:pt x="1160063" y="76211"/>
                  </a:lnTo>
                  <a:lnTo>
                    <a:pt x="1168656" y="76211"/>
                  </a:lnTo>
                  <a:lnTo>
                    <a:pt x="1168656" y="906"/>
                  </a:lnTo>
                  <a:close/>
                </a:path>
                <a:path w="1329054" h="77470">
                  <a:moveTo>
                    <a:pt x="1249898" y="906"/>
                  </a:moveTo>
                  <a:lnTo>
                    <a:pt x="1221145" y="906"/>
                  </a:lnTo>
                  <a:lnTo>
                    <a:pt x="1221145" y="76215"/>
                  </a:lnTo>
                  <a:lnTo>
                    <a:pt x="1229774" y="76215"/>
                  </a:lnTo>
                  <a:lnTo>
                    <a:pt x="1229774" y="42003"/>
                  </a:lnTo>
                  <a:lnTo>
                    <a:pt x="1248530" y="42003"/>
                  </a:lnTo>
                  <a:lnTo>
                    <a:pt x="1248530" y="34747"/>
                  </a:lnTo>
                  <a:lnTo>
                    <a:pt x="1229774" y="34747"/>
                  </a:lnTo>
                  <a:lnTo>
                    <a:pt x="1229774" y="8365"/>
                  </a:lnTo>
                  <a:lnTo>
                    <a:pt x="1249898" y="8365"/>
                  </a:lnTo>
                  <a:lnTo>
                    <a:pt x="1249898" y="906"/>
                  </a:lnTo>
                  <a:close/>
                </a:path>
                <a:path w="1329054" h="77470">
                  <a:moveTo>
                    <a:pt x="1327302" y="906"/>
                  </a:moveTo>
                  <a:lnTo>
                    <a:pt x="1298599" y="906"/>
                  </a:lnTo>
                  <a:lnTo>
                    <a:pt x="1298599" y="76215"/>
                  </a:lnTo>
                  <a:lnTo>
                    <a:pt x="1328652" y="76215"/>
                  </a:lnTo>
                  <a:lnTo>
                    <a:pt x="1328652" y="68745"/>
                  </a:lnTo>
                  <a:lnTo>
                    <a:pt x="1307177" y="68745"/>
                  </a:lnTo>
                  <a:lnTo>
                    <a:pt x="1307177" y="40477"/>
                  </a:lnTo>
                  <a:lnTo>
                    <a:pt x="1326099" y="40477"/>
                  </a:lnTo>
                  <a:lnTo>
                    <a:pt x="1326099" y="33209"/>
                  </a:lnTo>
                  <a:lnTo>
                    <a:pt x="1307177" y="33209"/>
                  </a:lnTo>
                  <a:lnTo>
                    <a:pt x="1307177" y="8365"/>
                  </a:lnTo>
                  <a:lnTo>
                    <a:pt x="1327302" y="8365"/>
                  </a:lnTo>
                  <a:lnTo>
                    <a:pt x="1327302" y="906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0380" y="2722835"/>
              <a:ext cx="3619500" cy="228600"/>
            </a:xfrm>
            <a:custGeom>
              <a:avLst/>
              <a:gdLst/>
              <a:ahLst/>
              <a:cxnLst/>
              <a:rect l="l" t="t" r="r" b="b"/>
              <a:pathLst>
                <a:path w="3619500" h="228600">
                  <a:moveTo>
                    <a:pt x="3618939" y="0"/>
                  </a:moveTo>
                  <a:lnTo>
                    <a:pt x="0" y="0"/>
                  </a:lnTo>
                  <a:lnTo>
                    <a:pt x="0" y="132843"/>
                  </a:lnTo>
                  <a:lnTo>
                    <a:pt x="7506" y="170025"/>
                  </a:lnTo>
                  <a:lnTo>
                    <a:pt x="27978" y="200388"/>
                  </a:lnTo>
                  <a:lnTo>
                    <a:pt x="58341" y="220858"/>
                  </a:lnTo>
                  <a:lnTo>
                    <a:pt x="95523" y="228365"/>
                  </a:lnTo>
                  <a:lnTo>
                    <a:pt x="3523414" y="228365"/>
                  </a:lnTo>
                  <a:lnTo>
                    <a:pt x="3560597" y="220858"/>
                  </a:lnTo>
                  <a:lnTo>
                    <a:pt x="3590961" y="200388"/>
                  </a:lnTo>
                  <a:lnTo>
                    <a:pt x="3611433" y="170025"/>
                  </a:lnTo>
                  <a:lnTo>
                    <a:pt x="3618939" y="132843"/>
                  </a:lnTo>
                  <a:lnTo>
                    <a:pt x="3618939" y="0"/>
                  </a:lnTo>
                  <a:close/>
                </a:path>
              </a:pathLst>
            </a:custGeom>
            <a:solidFill>
              <a:srgbClr val="3532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7326" y="1573977"/>
              <a:ext cx="4080510" cy="1151255"/>
            </a:xfrm>
            <a:custGeom>
              <a:avLst/>
              <a:gdLst/>
              <a:ahLst/>
              <a:cxnLst/>
              <a:rect l="l" t="t" r="r" b="b"/>
              <a:pathLst>
                <a:path w="4080510" h="1151255">
                  <a:moveTo>
                    <a:pt x="4080160" y="1150757"/>
                  </a:moveTo>
                  <a:lnTo>
                    <a:pt x="144932" y="1150757"/>
                  </a:lnTo>
                </a:path>
                <a:path w="4080510" h="1151255">
                  <a:moveTo>
                    <a:pt x="144932" y="1150757"/>
                  </a:moveTo>
                  <a:lnTo>
                    <a:pt x="99122" y="1143368"/>
                  </a:lnTo>
                  <a:lnTo>
                    <a:pt x="59337" y="1122794"/>
                  </a:lnTo>
                  <a:lnTo>
                    <a:pt x="27963" y="1091421"/>
                  </a:lnTo>
                  <a:lnTo>
                    <a:pt x="7388" y="1051635"/>
                  </a:lnTo>
                  <a:lnTo>
                    <a:pt x="0" y="1005824"/>
                  </a:lnTo>
                </a:path>
                <a:path w="4080510" h="1151255">
                  <a:moveTo>
                    <a:pt x="0" y="1005824"/>
                  </a:moveTo>
                  <a:lnTo>
                    <a:pt x="0" y="144932"/>
                  </a:lnTo>
                </a:path>
                <a:path w="4080510" h="1151255">
                  <a:moveTo>
                    <a:pt x="0" y="144932"/>
                  </a:moveTo>
                  <a:lnTo>
                    <a:pt x="7388" y="99122"/>
                  </a:lnTo>
                  <a:lnTo>
                    <a:pt x="27963" y="59337"/>
                  </a:lnTo>
                  <a:lnTo>
                    <a:pt x="59337" y="27963"/>
                  </a:lnTo>
                  <a:lnTo>
                    <a:pt x="99122" y="7388"/>
                  </a:lnTo>
                  <a:lnTo>
                    <a:pt x="144932" y="0"/>
                  </a:lnTo>
                </a:path>
                <a:path w="4080510" h="1151255">
                  <a:moveTo>
                    <a:pt x="144932" y="0"/>
                  </a:moveTo>
                  <a:lnTo>
                    <a:pt x="190195" y="0"/>
                  </a:lnTo>
                </a:path>
              </a:pathLst>
            </a:custGeom>
            <a:ln w="22860">
              <a:solidFill>
                <a:srgbClr val="3532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85260" y="1417388"/>
              <a:ext cx="4037329" cy="302260"/>
            </a:xfrm>
            <a:custGeom>
              <a:avLst/>
              <a:gdLst/>
              <a:ahLst/>
              <a:cxnLst/>
              <a:rect l="l" t="t" r="r" b="b"/>
              <a:pathLst>
                <a:path w="4037329" h="302260">
                  <a:moveTo>
                    <a:pt x="3901845" y="0"/>
                  </a:moveTo>
                  <a:lnTo>
                    <a:pt x="0" y="0"/>
                  </a:lnTo>
                  <a:lnTo>
                    <a:pt x="0" y="301665"/>
                  </a:lnTo>
                  <a:lnTo>
                    <a:pt x="4036744" y="301665"/>
                  </a:lnTo>
                  <a:lnTo>
                    <a:pt x="4036744" y="134899"/>
                  </a:lnTo>
                  <a:lnTo>
                    <a:pt x="4029867" y="92261"/>
                  </a:lnTo>
                  <a:lnTo>
                    <a:pt x="4010716" y="55229"/>
                  </a:lnTo>
                  <a:lnTo>
                    <a:pt x="3981514" y="26028"/>
                  </a:lnTo>
                  <a:lnTo>
                    <a:pt x="3944483" y="6877"/>
                  </a:lnTo>
                  <a:lnTo>
                    <a:pt x="3901845" y="0"/>
                  </a:lnTo>
                  <a:close/>
                </a:path>
              </a:pathLst>
            </a:custGeom>
            <a:solidFill>
              <a:srgbClr val="F27E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5641" y="1479441"/>
              <a:ext cx="314145" cy="1769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79639" y="1479442"/>
              <a:ext cx="2195830" cy="177165"/>
            </a:xfrm>
            <a:custGeom>
              <a:avLst/>
              <a:gdLst/>
              <a:ahLst/>
              <a:cxnLst/>
              <a:rect l="l" t="t" r="r" b="b"/>
              <a:pathLst>
                <a:path w="2195829" h="177164">
                  <a:moveTo>
                    <a:pt x="138645" y="174320"/>
                  </a:moveTo>
                  <a:lnTo>
                    <a:pt x="131343" y="144386"/>
                  </a:lnTo>
                  <a:lnTo>
                    <a:pt x="123177" y="110871"/>
                  </a:lnTo>
                  <a:lnTo>
                    <a:pt x="105498" y="38315"/>
                  </a:lnTo>
                  <a:lnTo>
                    <a:pt x="96977" y="3352"/>
                  </a:lnTo>
                  <a:lnTo>
                    <a:pt x="81407" y="3352"/>
                  </a:lnTo>
                  <a:lnTo>
                    <a:pt x="81407" y="110871"/>
                  </a:lnTo>
                  <a:lnTo>
                    <a:pt x="56515" y="110871"/>
                  </a:lnTo>
                  <a:lnTo>
                    <a:pt x="68719" y="38315"/>
                  </a:lnTo>
                  <a:lnTo>
                    <a:pt x="69202" y="38315"/>
                  </a:lnTo>
                  <a:lnTo>
                    <a:pt x="81407" y="110871"/>
                  </a:lnTo>
                  <a:lnTo>
                    <a:pt x="81407" y="3352"/>
                  </a:lnTo>
                  <a:lnTo>
                    <a:pt x="40944" y="3352"/>
                  </a:lnTo>
                  <a:lnTo>
                    <a:pt x="0" y="174320"/>
                  </a:lnTo>
                  <a:lnTo>
                    <a:pt x="46697" y="174320"/>
                  </a:lnTo>
                  <a:lnTo>
                    <a:pt x="51244" y="144386"/>
                  </a:lnTo>
                  <a:lnTo>
                    <a:pt x="86677" y="144386"/>
                  </a:lnTo>
                  <a:lnTo>
                    <a:pt x="91236" y="174320"/>
                  </a:lnTo>
                  <a:lnTo>
                    <a:pt x="138645" y="174320"/>
                  </a:lnTo>
                  <a:close/>
                </a:path>
                <a:path w="2195829" h="177164">
                  <a:moveTo>
                    <a:pt x="257644" y="3352"/>
                  </a:moveTo>
                  <a:lnTo>
                    <a:pt x="213106" y="3352"/>
                  </a:lnTo>
                  <a:lnTo>
                    <a:pt x="213106" y="134975"/>
                  </a:lnTo>
                  <a:lnTo>
                    <a:pt x="211912" y="140525"/>
                  </a:lnTo>
                  <a:lnTo>
                    <a:pt x="207124" y="146100"/>
                  </a:lnTo>
                  <a:lnTo>
                    <a:pt x="203847" y="147497"/>
                  </a:lnTo>
                  <a:lnTo>
                    <a:pt x="195554" y="147497"/>
                  </a:lnTo>
                  <a:lnTo>
                    <a:pt x="192278" y="146100"/>
                  </a:lnTo>
                  <a:lnTo>
                    <a:pt x="187490" y="140525"/>
                  </a:lnTo>
                  <a:lnTo>
                    <a:pt x="186296" y="134975"/>
                  </a:lnTo>
                  <a:lnTo>
                    <a:pt x="186296" y="126669"/>
                  </a:lnTo>
                  <a:lnTo>
                    <a:pt x="186296" y="3352"/>
                  </a:lnTo>
                  <a:lnTo>
                    <a:pt x="141757" y="3352"/>
                  </a:lnTo>
                  <a:lnTo>
                    <a:pt x="141757" y="115417"/>
                  </a:lnTo>
                  <a:lnTo>
                    <a:pt x="148145" y="153327"/>
                  </a:lnTo>
                  <a:lnTo>
                    <a:pt x="182181" y="176072"/>
                  </a:lnTo>
                  <a:lnTo>
                    <a:pt x="190449" y="176949"/>
                  </a:lnTo>
                  <a:lnTo>
                    <a:pt x="209118" y="176949"/>
                  </a:lnTo>
                  <a:lnTo>
                    <a:pt x="247548" y="159715"/>
                  </a:lnTo>
                  <a:lnTo>
                    <a:pt x="257644" y="115417"/>
                  </a:lnTo>
                  <a:lnTo>
                    <a:pt x="257644" y="3352"/>
                  </a:lnTo>
                  <a:close/>
                </a:path>
                <a:path w="2195829" h="177164">
                  <a:moveTo>
                    <a:pt x="377367" y="3606"/>
                  </a:moveTo>
                  <a:lnTo>
                    <a:pt x="266268" y="3606"/>
                  </a:lnTo>
                  <a:lnTo>
                    <a:pt x="266268" y="41706"/>
                  </a:lnTo>
                  <a:lnTo>
                    <a:pt x="299313" y="41706"/>
                  </a:lnTo>
                  <a:lnTo>
                    <a:pt x="299313" y="173786"/>
                  </a:lnTo>
                  <a:lnTo>
                    <a:pt x="343852" y="173786"/>
                  </a:lnTo>
                  <a:lnTo>
                    <a:pt x="343852" y="41706"/>
                  </a:lnTo>
                  <a:lnTo>
                    <a:pt x="377367" y="41706"/>
                  </a:lnTo>
                  <a:lnTo>
                    <a:pt x="377367" y="3606"/>
                  </a:lnTo>
                  <a:close/>
                </a:path>
                <a:path w="2195829" h="177164">
                  <a:moveTo>
                    <a:pt x="504520" y="88836"/>
                  </a:moveTo>
                  <a:lnTo>
                    <a:pt x="501408" y="48018"/>
                  </a:lnTo>
                  <a:lnTo>
                    <a:pt x="480009" y="8191"/>
                  </a:lnTo>
                  <a:lnTo>
                    <a:pt x="458419" y="1155"/>
                  </a:lnTo>
                  <a:lnTo>
                    <a:pt x="458419" y="73063"/>
                  </a:lnTo>
                  <a:lnTo>
                    <a:pt x="458419" y="104609"/>
                  </a:lnTo>
                  <a:lnTo>
                    <a:pt x="453466" y="143116"/>
                  </a:lnTo>
                  <a:lnTo>
                    <a:pt x="446811" y="147497"/>
                  </a:lnTo>
                  <a:lnTo>
                    <a:pt x="440105" y="147497"/>
                  </a:lnTo>
                  <a:lnTo>
                    <a:pt x="428625" y="111023"/>
                  </a:lnTo>
                  <a:lnTo>
                    <a:pt x="428485" y="104609"/>
                  </a:lnTo>
                  <a:lnTo>
                    <a:pt x="428485" y="73063"/>
                  </a:lnTo>
                  <a:lnTo>
                    <a:pt x="433438" y="34569"/>
                  </a:lnTo>
                  <a:lnTo>
                    <a:pt x="440105" y="30175"/>
                  </a:lnTo>
                  <a:lnTo>
                    <a:pt x="446811" y="30175"/>
                  </a:lnTo>
                  <a:lnTo>
                    <a:pt x="458279" y="66662"/>
                  </a:lnTo>
                  <a:lnTo>
                    <a:pt x="458419" y="73063"/>
                  </a:lnTo>
                  <a:lnTo>
                    <a:pt x="458419" y="1155"/>
                  </a:lnTo>
                  <a:lnTo>
                    <a:pt x="451624" y="317"/>
                  </a:lnTo>
                  <a:lnTo>
                    <a:pt x="443458" y="0"/>
                  </a:lnTo>
                  <a:lnTo>
                    <a:pt x="435279" y="317"/>
                  </a:lnTo>
                  <a:lnTo>
                    <a:pt x="395808" y="20472"/>
                  </a:lnTo>
                  <a:lnTo>
                    <a:pt x="384149" y="56896"/>
                  </a:lnTo>
                  <a:lnTo>
                    <a:pt x="382397" y="88836"/>
                  </a:lnTo>
                  <a:lnTo>
                    <a:pt x="382587" y="100368"/>
                  </a:lnTo>
                  <a:lnTo>
                    <a:pt x="389636" y="144983"/>
                  </a:lnTo>
                  <a:lnTo>
                    <a:pt x="420916" y="174396"/>
                  </a:lnTo>
                  <a:lnTo>
                    <a:pt x="443458" y="176949"/>
                  </a:lnTo>
                  <a:lnTo>
                    <a:pt x="451624" y="176669"/>
                  </a:lnTo>
                  <a:lnTo>
                    <a:pt x="491109" y="157200"/>
                  </a:lnTo>
                  <a:lnTo>
                    <a:pt x="496176" y="147497"/>
                  </a:lnTo>
                  <a:lnTo>
                    <a:pt x="497268" y="144983"/>
                  </a:lnTo>
                  <a:lnTo>
                    <a:pt x="504317" y="100368"/>
                  </a:lnTo>
                  <a:lnTo>
                    <a:pt x="504520" y="88836"/>
                  </a:lnTo>
                  <a:close/>
                </a:path>
                <a:path w="2195829" h="177164">
                  <a:moveTo>
                    <a:pt x="682663" y="3352"/>
                  </a:moveTo>
                  <a:lnTo>
                    <a:pt x="618972" y="3352"/>
                  </a:lnTo>
                  <a:lnTo>
                    <a:pt x="601002" y="104648"/>
                  </a:lnTo>
                  <a:lnTo>
                    <a:pt x="600532" y="104648"/>
                  </a:lnTo>
                  <a:lnTo>
                    <a:pt x="582574" y="3352"/>
                  </a:lnTo>
                  <a:lnTo>
                    <a:pt x="518883" y="3352"/>
                  </a:lnTo>
                  <a:lnTo>
                    <a:pt x="518883" y="174320"/>
                  </a:lnTo>
                  <a:lnTo>
                    <a:pt x="560539" y="174320"/>
                  </a:lnTo>
                  <a:lnTo>
                    <a:pt x="560539" y="46939"/>
                  </a:lnTo>
                  <a:lnTo>
                    <a:pt x="561022" y="46939"/>
                  </a:lnTo>
                  <a:lnTo>
                    <a:pt x="584720" y="174320"/>
                  </a:lnTo>
                  <a:lnTo>
                    <a:pt x="616813" y="174320"/>
                  </a:lnTo>
                  <a:lnTo>
                    <a:pt x="640524" y="46939"/>
                  </a:lnTo>
                  <a:lnTo>
                    <a:pt x="640994" y="46939"/>
                  </a:lnTo>
                  <a:lnTo>
                    <a:pt x="640994" y="174320"/>
                  </a:lnTo>
                  <a:lnTo>
                    <a:pt x="682663" y="174320"/>
                  </a:lnTo>
                  <a:lnTo>
                    <a:pt x="682663" y="3352"/>
                  </a:lnTo>
                  <a:close/>
                </a:path>
                <a:path w="2195829" h="177164">
                  <a:moveTo>
                    <a:pt x="819137" y="88836"/>
                  </a:moveTo>
                  <a:lnTo>
                    <a:pt x="816025" y="48018"/>
                  </a:lnTo>
                  <a:lnTo>
                    <a:pt x="794639" y="8191"/>
                  </a:lnTo>
                  <a:lnTo>
                    <a:pt x="773049" y="1155"/>
                  </a:lnTo>
                  <a:lnTo>
                    <a:pt x="773049" y="73063"/>
                  </a:lnTo>
                  <a:lnTo>
                    <a:pt x="773049" y="104609"/>
                  </a:lnTo>
                  <a:lnTo>
                    <a:pt x="768096" y="143116"/>
                  </a:lnTo>
                  <a:lnTo>
                    <a:pt x="761441" y="147497"/>
                  </a:lnTo>
                  <a:lnTo>
                    <a:pt x="754735" y="147497"/>
                  </a:lnTo>
                  <a:lnTo>
                    <a:pt x="743254" y="111023"/>
                  </a:lnTo>
                  <a:lnTo>
                    <a:pt x="743115" y="104609"/>
                  </a:lnTo>
                  <a:lnTo>
                    <a:pt x="743115" y="73063"/>
                  </a:lnTo>
                  <a:lnTo>
                    <a:pt x="748055" y="34569"/>
                  </a:lnTo>
                  <a:lnTo>
                    <a:pt x="754735" y="30175"/>
                  </a:lnTo>
                  <a:lnTo>
                    <a:pt x="761441" y="30175"/>
                  </a:lnTo>
                  <a:lnTo>
                    <a:pt x="772909" y="66662"/>
                  </a:lnTo>
                  <a:lnTo>
                    <a:pt x="773049" y="73063"/>
                  </a:lnTo>
                  <a:lnTo>
                    <a:pt x="773049" y="1155"/>
                  </a:lnTo>
                  <a:lnTo>
                    <a:pt x="766254" y="317"/>
                  </a:lnTo>
                  <a:lnTo>
                    <a:pt x="758075" y="0"/>
                  </a:lnTo>
                  <a:lnTo>
                    <a:pt x="749909" y="317"/>
                  </a:lnTo>
                  <a:lnTo>
                    <a:pt x="710438" y="20472"/>
                  </a:lnTo>
                  <a:lnTo>
                    <a:pt x="698779" y="56896"/>
                  </a:lnTo>
                  <a:lnTo>
                    <a:pt x="697026" y="88836"/>
                  </a:lnTo>
                  <a:lnTo>
                    <a:pt x="697217" y="100368"/>
                  </a:lnTo>
                  <a:lnTo>
                    <a:pt x="704265" y="144983"/>
                  </a:lnTo>
                  <a:lnTo>
                    <a:pt x="735545" y="174396"/>
                  </a:lnTo>
                  <a:lnTo>
                    <a:pt x="758075" y="176949"/>
                  </a:lnTo>
                  <a:lnTo>
                    <a:pt x="766254" y="176669"/>
                  </a:lnTo>
                  <a:lnTo>
                    <a:pt x="805738" y="157200"/>
                  </a:lnTo>
                  <a:lnTo>
                    <a:pt x="817384" y="120777"/>
                  </a:lnTo>
                  <a:lnTo>
                    <a:pt x="818946" y="100368"/>
                  </a:lnTo>
                  <a:lnTo>
                    <a:pt x="819137" y="88836"/>
                  </a:lnTo>
                  <a:close/>
                </a:path>
                <a:path w="2195829" h="177164">
                  <a:moveTo>
                    <a:pt x="935748" y="3606"/>
                  </a:moveTo>
                  <a:lnTo>
                    <a:pt x="824649" y="3606"/>
                  </a:lnTo>
                  <a:lnTo>
                    <a:pt x="824649" y="41706"/>
                  </a:lnTo>
                  <a:lnTo>
                    <a:pt x="857694" y="41706"/>
                  </a:lnTo>
                  <a:lnTo>
                    <a:pt x="857694" y="173786"/>
                  </a:lnTo>
                  <a:lnTo>
                    <a:pt x="902233" y="173786"/>
                  </a:lnTo>
                  <a:lnTo>
                    <a:pt x="902233" y="41706"/>
                  </a:lnTo>
                  <a:lnTo>
                    <a:pt x="935748" y="41706"/>
                  </a:lnTo>
                  <a:lnTo>
                    <a:pt x="935748" y="3606"/>
                  </a:lnTo>
                  <a:close/>
                </a:path>
                <a:path w="2195829" h="177164">
                  <a:moveTo>
                    <a:pt x="988669" y="3352"/>
                  </a:moveTo>
                  <a:lnTo>
                    <a:pt x="944130" y="3352"/>
                  </a:lnTo>
                  <a:lnTo>
                    <a:pt x="944130" y="174320"/>
                  </a:lnTo>
                  <a:lnTo>
                    <a:pt x="988669" y="174320"/>
                  </a:lnTo>
                  <a:lnTo>
                    <a:pt x="988669" y="3352"/>
                  </a:lnTo>
                  <a:close/>
                </a:path>
                <a:path w="2195829" h="177164">
                  <a:moveTo>
                    <a:pt x="1125385" y="3352"/>
                  </a:moveTo>
                  <a:lnTo>
                    <a:pt x="1077976" y="3352"/>
                  </a:lnTo>
                  <a:lnTo>
                    <a:pt x="1060018" y="132181"/>
                  </a:lnTo>
                  <a:lnTo>
                    <a:pt x="1059535" y="132181"/>
                  </a:lnTo>
                  <a:lnTo>
                    <a:pt x="1041577" y="3352"/>
                  </a:lnTo>
                  <a:lnTo>
                    <a:pt x="994892" y="3352"/>
                  </a:lnTo>
                  <a:lnTo>
                    <a:pt x="1031049" y="174320"/>
                  </a:lnTo>
                  <a:lnTo>
                    <a:pt x="1088517" y="174320"/>
                  </a:lnTo>
                  <a:lnTo>
                    <a:pt x="1125385" y="3352"/>
                  </a:lnTo>
                  <a:close/>
                </a:path>
                <a:path w="2195829" h="177164">
                  <a:moveTo>
                    <a:pt x="1236014" y="138226"/>
                  </a:moveTo>
                  <a:lnTo>
                    <a:pt x="1177099" y="138226"/>
                  </a:lnTo>
                  <a:lnTo>
                    <a:pt x="1177099" y="103936"/>
                  </a:lnTo>
                  <a:lnTo>
                    <a:pt x="1230261" y="103936"/>
                  </a:lnTo>
                  <a:lnTo>
                    <a:pt x="1230261" y="68376"/>
                  </a:lnTo>
                  <a:lnTo>
                    <a:pt x="1177099" y="68376"/>
                  </a:lnTo>
                  <a:lnTo>
                    <a:pt x="1177099" y="39166"/>
                  </a:lnTo>
                  <a:lnTo>
                    <a:pt x="1233855" y="39166"/>
                  </a:lnTo>
                  <a:lnTo>
                    <a:pt x="1233855" y="3606"/>
                  </a:lnTo>
                  <a:lnTo>
                    <a:pt x="1132560" y="3606"/>
                  </a:lnTo>
                  <a:lnTo>
                    <a:pt x="1132560" y="39166"/>
                  </a:lnTo>
                  <a:lnTo>
                    <a:pt x="1132560" y="68376"/>
                  </a:lnTo>
                  <a:lnTo>
                    <a:pt x="1132560" y="103936"/>
                  </a:lnTo>
                  <a:lnTo>
                    <a:pt x="1132560" y="138226"/>
                  </a:lnTo>
                  <a:lnTo>
                    <a:pt x="1132560" y="173786"/>
                  </a:lnTo>
                  <a:lnTo>
                    <a:pt x="1236014" y="173786"/>
                  </a:lnTo>
                  <a:lnTo>
                    <a:pt x="1236014" y="138226"/>
                  </a:lnTo>
                  <a:close/>
                </a:path>
                <a:path w="2195829" h="177164">
                  <a:moveTo>
                    <a:pt x="1431632" y="88836"/>
                  </a:moveTo>
                  <a:lnTo>
                    <a:pt x="1428521" y="48018"/>
                  </a:lnTo>
                  <a:lnTo>
                    <a:pt x="1407134" y="8191"/>
                  </a:lnTo>
                  <a:lnTo>
                    <a:pt x="1385544" y="1155"/>
                  </a:lnTo>
                  <a:lnTo>
                    <a:pt x="1385544" y="73063"/>
                  </a:lnTo>
                  <a:lnTo>
                    <a:pt x="1385544" y="104609"/>
                  </a:lnTo>
                  <a:lnTo>
                    <a:pt x="1380591" y="143116"/>
                  </a:lnTo>
                  <a:lnTo>
                    <a:pt x="1373924" y="147497"/>
                  </a:lnTo>
                  <a:lnTo>
                    <a:pt x="1367231" y="147497"/>
                  </a:lnTo>
                  <a:lnTo>
                    <a:pt x="1355750" y="111023"/>
                  </a:lnTo>
                  <a:lnTo>
                    <a:pt x="1355610" y="104609"/>
                  </a:lnTo>
                  <a:lnTo>
                    <a:pt x="1355610" y="73063"/>
                  </a:lnTo>
                  <a:lnTo>
                    <a:pt x="1360551" y="34569"/>
                  </a:lnTo>
                  <a:lnTo>
                    <a:pt x="1367231" y="30175"/>
                  </a:lnTo>
                  <a:lnTo>
                    <a:pt x="1373924" y="30175"/>
                  </a:lnTo>
                  <a:lnTo>
                    <a:pt x="1385392" y="66662"/>
                  </a:lnTo>
                  <a:lnTo>
                    <a:pt x="1385544" y="73063"/>
                  </a:lnTo>
                  <a:lnTo>
                    <a:pt x="1385544" y="1155"/>
                  </a:lnTo>
                  <a:lnTo>
                    <a:pt x="1378750" y="317"/>
                  </a:lnTo>
                  <a:lnTo>
                    <a:pt x="1370571" y="0"/>
                  </a:lnTo>
                  <a:lnTo>
                    <a:pt x="1362405" y="317"/>
                  </a:lnTo>
                  <a:lnTo>
                    <a:pt x="1322920" y="20472"/>
                  </a:lnTo>
                  <a:lnTo>
                    <a:pt x="1311262" y="56896"/>
                  </a:lnTo>
                  <a:lnTo>
                    <a:pt x="1309522" y="88836"/>
                  </a:lnTo>
                  <a:lnTo>
                    <a:pt x="1309712" y="100368"/>
                  </a:lnTo>
                  <a:lnTo>
                    <a:pt x="1316761" y="144983"/>
                  </a:lnTo>
                  <a:lnTo>
                    <a:pt x="1348041" y="174396"/>
                  </a:lnTo>
                  <a:lnTo>
                    <a:pt x="1370571" y="176949"/>
                  </a:lnTo>
                  <a:lnTo>
                    <a:pt x="1378750" y="176669"/>
                  </a:lnTo>
                  <a:lnTo>
                    <a:pt x="1418221" y="157200"/>
                  </a:lnTo>
                  <a:lnTo>
                    <a:pt x="1429880" y="120777"/>
                  </a:lnTo>
                  <a:lnTo>
                    <a:pt x="1431442" y="100368"/>
                  </a:lnTo>
                  <a:lnTo>
                    <a:pt x="1431632" y="88836"/>
                  </a:lnTo>
                  <a:close/>
                </a:path>
                <a:path w="2195829" h="177164">
                  <a:moveTo>
                    <a:pt x="1562125" y="48526"/>
                  </a:moveTo>
                  <a:lnTo>
                    <a:pt x="1561172" y="41592"/>
                  </a:lnTo>
                  <a:lnTo>
                    <a:pt x="1559318" y="35445"/>
                  </a:lnTo>
                  <a:lnTo>
                    <a:pt x="1557337" y="28816"/>
                  </a:lnTo>
                  <a:lnTo>
                    <a:pt x="1521256" y="3352"/>
                  </a:lnTo>
                  <a:lnTo>
                    <a:pt x="1516151" y="3352"/>
                  </a:lnTo>
                  <a:lnTo>
                    <a:pt x="1516151" y="63461"/>
                  </a:lnTo>
                  <a:lnTo>
                    <a:pt x="1514665" y="68719"/>
                  </a:lnTo>
                  <a:lnTo>
                    <a:pt x="1508772" y="75425"/>
                  </a:lnTo>
                  <a:lnTo>
                    <a:pt x="1504492" y="77101"/>
                  </a:lnTo>
                  <a:lnTo>
                    <a:pt x="1490535" y="77101"/>
                  </a:lnTo>
                  <a:lnTo>
                    <a:pt x="1490535" y="35445"/>
                  </a:lnTo>
                  <a:lnTo>
                    <a:pt x="1498917" y="35445"/>
                  </a:lnTo>
                  <a:lnTo>
                    <a:pt x="1516151" y="63461"/>
                  </a:lnTo>
                  <a:lnTo>
                    <a:pt x="1516151" y="3352"/>
                  </a:lnTo>
                  <a:lnTo>
                    <a:pt x="1445996" y="3352"/>
                  </a:lnTo>
                  <a:lnTo>
                    <a:pt x="1445996" y="174320"/>
                  </a:lnTo>
                  <a:lnTo>
                    <a:pt x="1490535" y="174320"/>
                  </a:lnTo>
                  <a:lnTo>
                    <a:pt x="1490535" y="109194"/>
                  </a:lnTo>
                  <a:lnTo>
                    <a:pt x="1506093" y="109194"/>
                  </a:lnTo>
                  <a:lnTo>
                    <a:pt x="1547876" y="95897"/>
                  </a:lnTo>
                  <a:lnTo>
                    <a:pt x="1559102" y="77101"/>
                  </a:lnTo>
                  <a:lnTo>
                    <a:pt x="1561236" y="68491"/>
                  </a:lnTo>
                  <a:lnTo>
                    <a:pt x="1562112" y="56273"/>
                  </a:lnTo>
                  <a:lnTo>
                    <a:pt x="1562125" y="48526"/>
                  </a:lnTo>
                  <a:close/>
                </a:path>
                <a:path w="2195829" h="177164">
                  <a:moveTo>
                    <a:pt x="1690700" y="48526"/>
                  </a:moveTo>
                  <a:lnTo>
                    <a:pt x="1689747" y="41592"/>
                  </a:lnTo>
                  <a:lnTo>
                    <a:pt x="1687906" y="35445"/>
                  </a:lnTo>
                  <a:lnTo>
                    <a:pt x="1685925" y="28816"/>
                  </a:lnTo>
                  <a:lnTo>
                    <a:pt x="1649844" y="3352"/>
                  </a:lnTo>
                  <a:lnTo>
                    <a:pt x="1644726" y="3352"/>
                  </a:lnTo>
                  <a:lnTo>
                    <a:pt x="1644726" y="63461"/>
                  </a:lnTo>
                  <a:lnTo>
                    <a:pt x="1643253" y="68719"/>
                  </a:lnTo>
                  <a:lnTo>
                    <a:pt x="1637347" y="75425"/>
                  </a:lnTo>
                  <a:lnTo>
                    <a:pt x="1633080" y="77101"/>
                  </a:lnTo>
                  <a:lnTo>
                    <a:pt x="1619110" y="77101"/>
                  </a:lnTo>
                  <a:lnTo>
                    <a:pt x="1619110" y="35445"/>
                  </a:lnTo>
                  <a:lnTo>
                    <a:pt x="1627492" y="35445"/>
                  </a:lnTo>
                  <a:lnTo>
                    <a:pt x="1644726" y="63461"/>
                  </a:lnTo>
                  <a:lnTo>
                    <a:pt x="1644726" y="3352"/>
                  </a:lnTo>
                  <a:lnTo>
                    <a:pt x="1574584" y="3352"/>
                  </a:lnTo>
                  <a:lnTo>
                    <a:pt x="1574584" y="174320"/>
                  </a:lnTo>
                  <a:lnTo>
                    <a:pt x="1619110" y="174320"/>
                  </a:lnTo>
                  <a:lnTo>
                    <a:pt x="1619110" y="109194"/>
                  </a:lnTo>
                  <a:lnTo>
                    <a:pt x="1634680" y="109194"/>
                  </a:lnTo>
                  <a:lnTo>
                    <a:pt x="1676463" y="95897"/>
                  </a:lnTo>
                  <a:lnTo>
                    <a:pt x="1687677" y="77101"/>
                  </a:lnTo>
                  <a:lnTo>
                    <a:pt x="1689811" y="68491"/>
                  </a:lnTo>
                  <a:lnTo>
                    <a:pt x="1690687" y="56273"/>
                  </a:lnTo>
                  <a:lnTo>
                    <a:pt x="1690700" y="48526"/>
                  </a:lnTo>
                  <a:close/>
                </a:path>
                <a:path w="2195829" h="177164">
                  <a:moveTo>
                    <a:pt x="1821916" y="88836"/>
                  </a:moveTo>
                  <a:lnTo>
                    <a:pt x="1818805" y="48018"/>
                  </a:lnTo>
                  <a:lnTo>
                    <a:pt x="1813572" y="30175"/>
                  </a:lnTo>
                  <a:lnTo>
                    <a:pt x="1811845" y="26200"/>
                  </a:lnTo>
                  <a:lnTo>
                    <a:pt x="1776552" y="1231"/>
                  </a:lnTo>
                  <a:lnTo>
                    <a:pt x="1775828" y="1155"/>
                  </a:lnTo>
                  <a:lnTo>
                    <a:pt x="1775828" y="73063"/>
                  </a:lnTo>
                  <a:lnTo>
                    <a:pt x="1775828" y="104609"/>
                  </a:lnTo>
                  <a:lnTo>
                    <a:pt x="1770875" y="143116"/>
                  </a:lnTo>
                  <a:lnTo>
                    <a:pt x="1764207" y="147497"/>
                  </a:lnTo>
                  <a:lnTo>
                    <a:pt x="1757514" y="147497"/>
                  </a:lnTo>
                  <a:lnTo>
                    <a:pt x="1746034" y="111023"/>
                  </a:lnTo>
                  <a:lnTo>
                    <a:pt x="1745894" y="104609"/>
                  </a:lnTo>
                  <a:lnTo>
                    <a:pt x="1745894" y="73063"/>
                  </a:lnTo>
                  <a:lnTo>
                    <a:pt x="1750847" y="34569"/>
                  </a:lnTo>
                  <a:lnTo>
                    <a:pt x="1757514" y="30175"/>
                  </a:lnTo>
                  <a:lnTo>
                    <a:pt x="1764207" y="30175"/>
                  </a:lnTo>
                  <a:lnTo>
                    <a:pt x="1775688" y="66662"/>
                  </a:lnTo>
                  <a:lnTo>
                    <a:pt x="1775828" y="73063"/>
                  </a:lnTo>
                  <a:lnTo>
                    <a:pt x="1775828" y="1155"/>
                  </a:lnTo>
                  <a:lnTo>
                    <a:pt x="1769033" y="317"/>
                  </a:lnTo>
                  <a:lnTo>
                    <a:pt x="1760867" y="0"/>
                  </a:lnTo>
                  <a:lnTo>
                    <a:pt x="1752688" y="317"/>
                  </a:lnTo>
                  <a:lnTo>
                    <a:pt x="1713217" y="20472"/>
                  </a:lnTo>
                  <a:lnTo>
                    <a:pt x="1701558" y="56896"/>
                  </a:lnTo>
                  <a:lnTo>
                    <a:pt x="1699806" y="88836"/>
                  </a:lnTo>
                  <a:lnTo>
                    <a:pt x="1699996" y="100368"/>
                  </a:lnTo>
                  <a:lnTo>
                    <a:pt x="1707045" y="144983"/>
                  </a:lnTo>
                  <a:lnTo>
                    <a:pt x="1738325" y="174396"/>
                  </a:lnTo>
                  <a:lnTo>
                    <a:pt x="1760867" y="176949"/>
                  </a:lnTo>
                  <a:lnTo>
                    <a:pt x="1769033" y="176669"/>
                  </a:lnTo>
                  <a:lnTo>
                    <a:pt x="1808505" y="157200"/>
                  </a:lnTo>
                  <a:lnTo>
                    <a:pt x="1813572" y="147497"/>
                  </a:lnTo>
                  <a:lnTo>
                    <a:pt x="1814677" y="144983"/>
                  </a:lnTo>
                  <a:lnTo>
                    <a:pt x="1821726" y="100368"/>
                  </a:lnTo>
                  <a:lnTo>
                    <a:pt x="1821916" y="88836"/>
                  </a:lnTo>
                  <a:close/>
                </a:path>
                <a:path w="2195829" h="177164">
                  <a:moveTo>
                    <a:pt x="1960549" y="171919"/>
                  </a:moveTo>
                  <a:lnTo>
                    <a:pt x="1953374" y="128346"/>
                  </a:lnTo>
                  <a:lnTo>
                    <a:pt x="1953006" y="120192"/>
                  </a:lnTo>
                  <a:lnTo>
                    <a:pt x="1951875" y="112966"/>
                  </a:lnTo>
                  <a:lnTo>
                    <a:pt x="1950008" y="106667"/>
                  </a:lnTo>
                  <a:lnTo>
                    <a:pt x="1949602" y="105841"/>
                  </a:lnTo>
                  <a:lnTo>
                    <a:pt x="1947392" y="101295"/>
                  </a:lnTo>
                  <a:lnTo>
                    <a:pt x="1943392" y="94742"/>
                  </a:lnTo>
                  <a:lnTo>
                    <a:pt x="1936051" y="90995"/>
                  </a:lnTo>
                  <a:lnTo>
                    <a:pt x="1925358" y="90030"/>
                  </a:lnTo>
                  <a:lnTo>
                    <a:pt x="1925358" y="89560"/>
                  </a:lnTo>
                  <a:lnTo>
                    <a:pt x="1954136" y="57048"/>
                  </a:lnTo>
                  <a:lnTo>
                    <a:pt x="1954568" y="48856"/>
                  </a:lnTo>
                  <a:lnTo>
                    <a:pt x="1954568" y="42303"/>
                  </a:lnTo>
                  <a:lnTo>
                    <a:pt x="1953729" y="36245"/>
                  </a:lnTo>
                  <a:lnTo>
                    <a:pt x="1953488" y="35445"/>
                  </a:lnTo>
                  <a:lnTo>
                    <a:pt x="1950377" y="25069"/>
                  </a:lnTo>
                  <a:lnTo>
                    <a:pt x="1916099" y="3352"/>
                  </a:lnTo>
                  <a:lnTo>
                    <a:pt x="1910041" y="3352"/>
                  </a:lnTo>
                  <a:lnTo>
                    <a:pt x="1910041" y="48133"/>
                  </a:lnTo>
                  <a:lnTo>
                    <a:pt x="1910041" y="61379"/>
                  </a:lnTo>
                  <a:lnTo>
                    <a:pt x="1908517" y="66294"/>
                  </a:lnTo>
                  <a:lnTo>
                    <a:pt x="1902460" y="73787"/>
                  </a:lnTo>
                  <a:lnTo>
                    <a:pt x="1897748" y="75666"/>
                  </a:lnTo>
                  <a:lnTo>
                    <a:pt x="1882495" y="75666"/>
                  </a:lnTo>
                  <a:lnTo>
                    <a:pt x="1882495" y="35445"/>
                  </a:lnTo>
                  <a:lnTo>
                    <a:pt x="1897824" y="35445"/>
                  </a:lnTo>
                  <a:lnTo>
                    <a:pt x="1902650" y="36957"/>
                  </a:lnTo>
                  <a:lnTo>
                    <a:pt x="1908556" y="43027"/>
                  </a:lnTo>
                  <a:lnTo>
                    <a:pt x="1910041" y="48133"/>
                  </a:lnTo>
                  <a:lnTo>
                    <a:pt x="1910041" y="3352"/>
                  </a:lnTo>
                  <a:lnTo>
                    <a:pt x="1837956" y="3352"/>
                  </a:lnTo>
                  <a:lnTo>
                    <a:pt x="1837956" y="174320"/>
                  </a:lnTo>
                  <a:lnTo>
                    <a:pt x="1882495" y="174320"/>
                  </a:lnTo>
                  <a:lnTo>
                    <a:pt x="1882495" y="105841"/>
                  </a:lnTo>
                  <a:lnTo>
                    <a:pt x="1896948" y="105841"/>
                  </a:lnTo>
                  <a:lnTo>
                    <a:pt x="1908873" y="145783"/>
                  </a:lnTo>
                  <a:lnTo>
                    <a:pt x="1909038" y="151371"/>
                  </a:lnTo>
                  <a:lnTo>
                    <a:pt x="1913153" y="174320"/>
                  </a:lnTo>
                  <a:lnTo>
                    <a:pt x="1960549" y="174320"/>
                  </a:lnTo>
                  <a:lnTo>
                    <a:pt x="1960549" y="171919"/>
                  </a:lnTo>
                  <a:close/>
                </a:path>
                <a:path w="2195829" h="177164">
                  <a:moveTo>
                    <a:pt x="2071662" y="3606"/>
                  </a:moveTo>
                  <a:lnTo>
                    <a:pt x="1960549" y="3606"/>
                  </a:lnTo>
                  <a:lnTo>
                    <a:pt x="1960549" y="41706"/>
                  </a:lnTo>
                  <a:lnTo>
                    <a:pt x="1993595" y="41706"/>
                  </a:lnTo>
                  <a:lnTo>
                    <a:pt x="1993595" y="173786"/>
                  </a:lnTo>
                  <a:lnTo>
                    <a:pt x="2038134" y="173786"/>
                  </a:lnTo>
                  <a:lnTo>
                    <a:pt x="2038134" y="41706"/>
                  </a:lnTo>
                  <a:lnTo>
                    <a:pt x="2071662" y="41706"/>
                  </a:lnTo>
                  <a:lnTo>
                    <a:pt x="2071662" y="3606"/>
                  </a:lnTo>
                  <a:close/>
                </a:path>
                <a:path w="2195829" h="177164">
                  <a:moveTo>
                    <a:pt x="2195677" y="3352"/>
                  </a:moveTo>
                  <a:lnTo>
                    <a:pt x="2151151" y="3352"/>
                  </a:lnTo>
                  <a:lnTo>
                    <a:pt x="2151151" y="134975"/>
                  </a:lnTo>
                  <a:lnTo>
                    <a:pt x="2149957" y="140525"/>
                  </a:lnTo>
                  <a:lnTo>
                    <a:pt x="2145169" y="146100"/>
                  </a:lnTo>
                  <a:lnTo>
                    <a:pt x="2141893" y="147497"/>
                  </a:lnTo>
                  <a:lnTo>
                    <a:pt x="2133587" y="147497"/>
                  </a:lnTo>
                  <a:lnTo>
                    <a:pt x="2130323" y="146100"/>
                  </a:lnTo>
                  <a:lnTo>
                    <a:pt x="2125535" y="140525"/>
                  </a:lnTo>
                  <a:lnTo>
                    <a:pt x="2124329" y="134975"/>
                  </a:lnTo>
                  <a:lnTo>
                    <a:pt x="2124329" y="126669"/>
                  </a:lnTo>
                  <a:lnTo>
                    <a:pt x="2124329" y="3352"/>
                  </a:lnTo>
                  <a:lnTo>
                    <a:pt x="2079802" y="3352"/>
                  </a:lnTo>
                  <a:lnTo>
                    <a:pt x="2079802" y="115417"/>
                  </a:lnTo>
                  <a:lnTo>
                    <a:pt x="2086178" y="153327"/>
                  </a:lnTo>
                  <a:lnTo>
                    <a:pt x="2120214" y="176072"/>
                  </a:lnTo>
                  <a:lnTo>
                    <a:pt x="2128482" y="176949"/>
                  </a:lnTo>
                  <a:lnTo>
                    <a:pt x="2147151" y="176949"/>
                  </a:lnTo>
                  <a:lnTo>
                    <a:pt x="2185593" y="159715"/>
                  </a:lnTo>
                  <a:lnTo>
                    <a:pt x="2195677" y="115417"/>
                  </a:lnTo>
                  <a:lnTo>
                    <a:pt x="2195677" y="33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94482" y="1482793"/>
              <a:ext cx="120683" cy="17096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534549" y="1482795"/>
              <a:ext cx="217804" cy="171450"/>
            </a:xfrm>
            <a:custGeom>
              <a:avLst/>
              <a:gdLst/>
              <a:ahLst/>
              <a:cxnLst/>
              <a:rect l="l" t="t" r="r" b="b"/>
              <a:pathLst>
                <a:path w="217804" h="171450">
                  <a:moveTo>
                    <a:pt x="44538" y="0"/>
                  </a:moveTo>
                  <a:lnTo>
                    <a:pt x="0" y="0"/>
                  </a:lnTo>
                  <a:lnTo>
                    <a:pt x="0" y="170967"/>
                  </a:lnTo>
                  <a:lnTo>
                    <a:pt x="44538" y="170967"/>
                  </a:lnTo>
                  <a:lnTo>
                    <a:pt x="44538" y="0"/>
                  </a:lnTo>
                  <a:close/>
                </a:path>
                <a:path w="217804" h="171450">
                  <a:moveTo>
                    <a:pt x="164503" y="254"/>
                  </a:moveTo>
                  <a:lnTo>
                    <a:pt x="53403" y="254"/>
                  </a:lnTo>
                  <a:lnTo>
                    <a:pt x="53403" y="38354"/>
                  </a:lnTo>
                  <a:lnTo>
                    <a:pt x="86448" y="38354"/>
                  </a:lnTo>
                  <a:lnTo>
                    <a:pt x="86448" y="170434"/>
                  </a:lnTo>
                  <a:lnTo>
                    <a:pt x="130987" y="170434"/>
                  </a:lnTo>
                  <a:lnTo>
                    <a:pt x="130987" y="38354"/>
                  </a:lnTo>
                  <a:lnTo>
                    <a:pt x="164503" y="38354"/>
                  </a:lnTo>
                  <a:lnTo>
                    <a:pt x="164503" y="254"/>
                  </a:lnTo>
                  <a:close/>
                </a:path>
                <a:path w="217804" h="171450">
                  <a:moveTo>
                    <a:pt x="217424" y="0"/>
                  </a:moveTo>
                  <a:lnTo>
                    <a:pt x="172885" y="0"/>
                  </a:lnTo>
                  <a:lnTo>
                    <a:pt x="172885" y="170967"/>
                  </a:lnTo>
                  <a:lnTo>
                    <a:pt x="217424" y="170967"/>
                  </a:lnTo>
                  <a:lnTo>
                    <a:pt x="2174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71366" y="1479441"/>
              <a:ext cx="232498" cy="1769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1917" y="1482793"/>
              <a:ext cx="229151" cy="1735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30219" y="1482793"/>
              <a:ext cx="120686" cy="17096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71970" y="1482793"/>
              <a:ext cx="118691" cy="17096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00366" y="1875606"/>
              <a:ext cx="1694814" cy="295910"/>
            </a:xfrm>
            <a:custGeom>
              <a:avLst/>
              <a:gdLst/>
              <a:ahLst/>
              <a:cxnLst/>
              <a:rect l="l" t="t" r="r" b="b"/>
              <a:pathLst>
                <a:path w="1694814" h="295910">
                  <a:moveTo>
                    <a:pt x="311277" y="5600"/>
                  </a:moveTo>
                  <a:lnTo>
                    <a:pt x="239255" y="5600"/>
                  </a:lnTo>
                  <a:lnTo>
                    <a:pt x="219252" y="203250"/>
                  </a:lnTo>
                  <a:lnTo>
                    <a:pt x="218452" y="203250"/>
                  </a:lnTo>
                  <a:lnTo>
                    <a:pt x="189255" y="5600"/>
                  </a:lnTo>
                  <a:lnTo>
                    <a:pt x="122034" y="5600"/>
                  </a:lnTo>
                  <a:lnTo>
                    <a:pt x="95224" y="203250"/>
                  </a:lnTo>
                  <a:lnTo>
                    <a:pt x="94424" y="203250"/>
                  </a:lnTo>
                  <a:lnTo>
                    <a:pt x="72021" y="5600"/>
                  </a:lnTo>
                  <a:lnTo>
                    <a:pt x="0" y="5600"/>
                  </a:lnTo>
                  <a:lnTo>
                    <a:pt x="48818" y="291274"/>
                  </a:lnTo>
                  <a:lnTo>
                    <a:pt x="130441" y="291274"/>
                  </a:lnTo>
                  <a:lnTo>
                    <a:pt x="155244" y="99225"/>
                  </a:lnTo>
                  <a:lnTo>
                    <a:pt x="156044" y="99225"/>
                  </a:lnTo>
                  <a:lnTo>
                    <a:pt x="180848" y="291274"/>
                  </a:lnTo>
                  <a:lnTo>
                    <a:pt x="262458" y="291274"/>
                  </a:lnTo>
                  <a:lnTo>
                    <a:pt x="311277" y="5600"/>
                  </a:lnTo>
                  <a:close/>
                </a:path>
                <a:path w="1694814" h="295910">
                  <a:moveTo>
                    <a:pt x="523316" y="6223"/>
                  </a:moveTo>
                  <a:lnTo>
                    <a:pt x="448906" y="6223"/>
                  </a:lnTo>
                  <a:lnTo>
                    <a:pt x="448906" y="110363"/>
                  </a:lnTo>
                  <a:lnTo>
                    <a:pt x="403301" y="110363"/>
                  </a:lnTo>
                  <a:lnTo>
                    <a:pt x="403301" y="6223"/>
                  </a:lnTo>
                  <a:lnTo>
                    <a:pt x="328879" y="6223"/>
                  </a:lnTo>
                  <a:lnTo>
                    <a:pt x="328879" y="110363"/>
                  </a:lnTo>
                  <a:lnTo>
                    <a:pt x="328879" y="173863"/>
                  </a:lnTo>
                  <a:lnTo>
                    <a:pt x="328879" y="290703"/>
                  </a:lnTo>
                  <a:lnTo>
                    <a:pt x="403301" y="290703"/>
                  </a:lnTo>
                  <a:lnTo>
                    <a:pt x="403301" y="173863"/>
                  </a:lnTo>
                  <a:lnTo>
                    <a:pt x="448906" y="173863"/>
                  </a:lnTo>
                  <a:lnTo>
                    <a:pt x="448906" y="290703"/>
                  </a:lnTo>
                  <a:lnTo>
                    <a:pt x="523316" y="290703"/>
                  </a:lnTo>
                  <a:lnTo>
                    <a:pt x="523316" y="173863"/>
                  </a:lnTo>
                  <a:lnTo>
                    <a:pt x="523316" y="110363"/>
                  </a:lnTo>
                  <a:lnTo>
                    <a:pt x="523316" y="6223"/>
                  </a:lnTo>
                  <a:close/>
                </a:path>
                <a:path w="1694814" h="295910">
                  <a:moveTo>
                    <a:pt x="731367" y="231013"/>
                  </a:moveTo>
                  <a:lnTo>
                    <a:pt x="632942" y="231013"/>
                  </a:lnTo>
                  <a:lnTo>
                    <a:pt x="632942" y="173863"/>
                  </a:lnTo>
                  <a:lnTo>
                    <a:pt x="721766" y="173863"/>
                  </a:lnTo>
                  <a:lnTo>
                    <a:pt x="721766" y="115443"/>
                  </a:lnTo>
                  <a:lnTo>
                    <a:pt x="632942" y="115443"/>
                  </a:lnTo>
                  <a:lnTo>
                    <a:pt x="632942" y="65913"/>
                  </a:lnTo>
                  <a:lnTo>
                    <a:pt x="727760" y="65913"/>
                  </a:lnTo>
                  <a:lnTo>
                    <a:pt x="727760" y="6223"/>
                  </a:lnTo>
                  <a:lnTo>
                    <a:pt x="558533" y="6223"/>
                  </a:lnTo>
                  <a:lnTo>
                    <a:pt x="558533" y="65913"/>
                  </a:lnTo>
                  <a:lnTo>
                    <a:pt x="558533" y="115443"/>
                  </a:lnTo>
                  <a:lnTo>
                    <a:pt x="558533" y="173863"/>
                  </a:lnTo>
                  <a:lnTo>
                    <a:pt x="558533" y="231013"/>
                  </a:lnTo>
                  <a:lnTo>
                    <a:pt x="558533" y="290703"/>
                  </a:lnTo>
                  <a:lnTo>
                    <a:pt x="731367" y="290703"/>
                  </a:lnTo>
                  <a:lnTo>
                    <a:pt x="731367" y="231013"/>
                  </a:lnTo>
                  <a:close/>
                </a:path>
                <a:path w="1694814" h="295910">
                  <a:moveTo>
                    <a:pt x="960221" y="5600"/>
                  </a:moveTo>
                  <a:lnTo>
                    <a:pt x="890600" y="5600"/>
                  </a:lnTo>
                  <a:lnTo>
                    <a:pt x="890600" y="181648"/>
                  </a:lnTo>
                  <a:lnTo>
                    <a:pt x="889800" y="181648"/>
                  </a:lnTo>
                  <a:lnTo>
                    <a:pt x="841794" y="5600"/>
                  </a:lnTo>
                  <a:lnTo>
                    <a:pt x="758571" y="5600"/>
                  </a:lnTo>
                  <a:lnTo>
                    <a:pt x="758571" y="291274"/>
                  </a:lnTo>
                  <a:lnTo>
                    <a:pt x="828192" y="291274"/>
                  </a:lnTo>
                  <a:lnTo>
                    <a:pt x="828192" y="114833"/>
                  </a:lnTo>
                  <a:lnTo>
                    <a:pt x="828992" y="114833"/>
                  </a:lnTo>
                  <a:lnTo>
                    <a:pt x="878598" y="291274"/>
                  </a:lnTo>
                  <a:lnTo>
                    <a:pt x="960221" y="291274"/>
                  </a:lnTo>
                  <a:lnTo>
                    <a:pt x="960221" y="5600"/>
                  </a:lnTo>
                  <a:close/>
                </a:path>
                <a:path w="1694814" h="295910">
                  <a:moveTo>
                    <a:pt x="1281099" y="5600"/>
                  </a:moveTo>
                  <a:lnTo>
                    <a:pt x="1199476" y="5600"/>
                  </a:lnTo>
                  <a:lnTo>
                    <a:pt x="1171473" y="105232"/>
                  </a:lnTo>
                  <a:lnTo>
                    <a:pt x="1170673" y="105232"/>
                  </a:lnTo>
                  <a:lnTo>
                    <a:pt x="1142657" y="5600"/>
                  </a:lnTo>
                  <a:lnTo>
                    <a:pt x="1062240" y="5600"/>
                  </a:lnTo>
                  <a:lnTo>
                    <a:pt x="1133868" y="178841"/>
                  </a:lnTo>
                  <a:lnTo>
                    <a:pt x="1133868" y="291274"/>
                  </a:lnTo>
                  <a:lnTo>
                    <a:pt x="1208278" y="291274"/>
                  </a:lnTo>
                  <a:lnTo>
                    <a:pt x="1208278" y="178841"/>
                  </a:lnTo>
                  <a:lnTo>
                    <a:pt x="1281099" y="5600"/>
                  </a:lnTo>
                  <a:close/>
                </a:path>
                <a:path w="1694814" h="295910">
                  <a:moveTo>
                    <a:pt x="1477137" y="148437"/>
                  </a:moveTo>
                  <a:lnTo>
                    <a:pt x="1474203" y="95059"/>
                  </a:lnTo>
                  <a:lnTo>
                    <a:pt x="1465033" y="54610"/>
                  </a:lnTo>
                  <a:lnTo>
                    <a:pt x="1463205" y="50419"/>
                  </a:lnTo>
                  <a:lnTo>
                    <a:pt x="1460309" y="43764"/>
                  </a:lnTo>
                  <a:lnTo>
                    <a:pt x="1432445" y="12903"/>
                  </a:lnTo>
                  <a:lnTo>
                    <a:pt x="1400200" y="1930"/>
                  </a:lnTo>
                  <a:lnTo>
                    <a:pt x="1400200" y="167703"/>
                  </a:lnTo>
                  <a:lnTo>
                    <a:pt x="1400111" y="174790"/>
                  </a:lnTo>
                  <a:lnTo>
                    <a:pt x="1398257" y="213309"/>
                  </a:lnTo>
                  <a:lnTo>
                    <a:pt x="1380718" y="246456"/>
                  </a:lnTo>
                  <a:lnTo>
                    <a:pt x="1369504" y="246456"/>
                  </a:lnTo>
                  <a:lnTo>
                    <a:pt x="1351216" y="205270"/>
                  </a:lnTo>
                  <a:lnTo>
                    <a:pt x="1350022" y="167703"/>
                  </a:lnTo>
                  <a:lnTo>
                    <a:pt x="1350098" y="122085"/>
                  </a:lnTo>
                  <a:lnTo>
                    <a:pt x="1351953" y="83578"/>
                  </a:lnTo>
                  <a:lnTo>
                    <a:pt x="1369504" y="50419"/>
                  </a:lnTo>
                  <a:lnTo>
                    <a:pt x="1380718" y="50419"/>
                  </a:lnTo>
                  <a:lnTo>
                    <a:pt x="1399006" y="91617"/>
                  </a:lnTo>
                  <a:lnTo>
                    <a:pt x="1400200" y="167703"/>
                  </a:lnTo>
                  <a:lnTo>
                    <a:pt x="1400200" y="1930"/>
                  </a:lnTo>
                  <a:lnTo>
                    <a:pt x="1388757" y="520"/>
                  </a:lnTo>
                  <a:lnTo>
                    <a:pt x="1375105" y="0"/>
                  </a:lnTo>
                  <a:lnTo>
                    <a:pt x="1361452" y="520"/>
                  </a:lnTo>
                  <a:lnTo>
                    <a:pt x="1317777" y="12903"/>
                  </a:lnTo>
                  <a:lnTo>
                    <a:pt x="1289913" y="43764"/>
                  </a:lnTo>
                  <a:lnTo>
                    <a:pt x="1278293" y="80225"/>
                  </a:lnTo>
                  <a:lnTo>
                    <a:pt x="1273416" y="129171"/>
                  </a:lnTo>
                  <a:lnTo>
                    <a:pt x="1273086" y="148437"/>
                  </a:lnTo>
                  <a:lnTo>
                    <a:pt x="1273416" y="167703"/>
                  </a:lnTo>
                  <a:lnTo>
                    <a:pt x="1278293" y="216649"/>
                  </a:lnTo>
                  <a:lnTo>
                    <a:pt x="1289913" y="253111"/>
                  </a:lnTo>
                  <a:lnTo>
                    <a:pt x="1317777" y="283629"/>
                  </a:lnTo>
                  <a:lnTo>
                    <a:pt x="1361452" y="295198"/>
                  </a:lnTo>
                  <a:lnTo>
                    <a:pt x="1375105" y="295668"/>
                  </a:lnTo>
                  <a:lnTo>
                    <a:pt x="1388757" y="295198"/>
                  </a:lnTo>
                  <a:lnTo>
                    <a:pt x="1432445" y="283629"/>
                  </a:lnTo>
                  <a:lnTo>
                    <a:pt x="1460309" y="253111"/>
                  </a:lnTo>
                  <a:lnTo>
                    <a:pt x="1463205" y="246456"/>
                  </a:lnTo>
                  <a:lnTo>
                    <a:pt x="1465033" y="242265"/>
                  </a:lnTo>
                  <a:lnTo>
                    <a:pt x="1474203" y="201815"/>
                  </a:lnTo>
                  <a:lnTo>
                    <a:pt x="1476806" y="167703"/>
                  </a:lnTo>
                  <a:lnTo>
                    <a:pt x="1477137" y="148437"/>
                  </a:lnTo>
                  <a:close/>
                </a:path>
                <a:path w="1694814" h="295910">
                  <a:moveTo>
                    <a:pt x="1694383" y="5600"/>
                  </a:moveTo>
                  <a:lnTo>
                    <a:pt x="1619973" y="5600"/>
                  </a:lnTo>
                  <a:lnTo>
                    <a:pt x="1619973" y="211645"/>
                  </a:lnTo>
                  <a:lnTo>
                    <a:pt x="1619592" y="221195"/>
                  </a:lnTo>
                  <a:lnTo>
                    <a:pt x="1604505" y="246456"/>
                  </a:lnTo>
                  <a:lnTo>
                    <a:pt x="1590624" y="246456"/>
                  </a:lnTo>
                  <a:lnTo>
                    <a:pt x="1575155" y="211645"/>
                  </a:lnTo>
                  <a:lnTo>
                    <a:pt x="1575155" y="5600"/>
                  </a:lnTo>
                  <a:lnTo>
                    <a:pt x="1500746" y="5600"/>
                  </a:lnTo>
                  <a:lnTo>
                    <a:pt x="1500746" y="192849"/>
                  </a:lnTo>
                  <a:lnTo>
                    <a:pt x="1501140" y="207225"/>
                  </a:lnTo>
                  <a:lnTo>
                    <a:pt x="1510703" y="252361"/>
                  </a:lnTo>
                  <a:lnTo>
                    <a:pt x="1539443" y="284975"/>
                  </a:lnTo>
                  <a:lnTo>
                    <a:pt x="1586268" y="295402"/>
                  </a:lnTo>
                  <a:lnTo>
                    <a:pt x="1597571" y="295668"/>
                  </a:lnTo>
                  <a:lnTo>
                    <a:pt x="1609013" y="295402"/>
                  </a:lnTo>
                  <a:lnTo>
                    <a:pt x="1647812" y="288594"/>
                  </a:lnTo>
                  <a:lnTo>
                    <a:pt x="1680133" y="260870"/>
                  </a:lnTo>
                  <a:lnTo>
                    <a:pt x="1692783" y="220357"/>
                  </a:lnTo>
                  <a:lnTo>
                    <a:pt x="1694383" y="192849"/>
                  </a:lnTo>
                  <a:lnTo>
                    <a:pt x="1694383" y="5600"/>
                  </a:lnTo>
                  <a:close/>
                </a:path>
              </a:pathLst>
            </a:custGeom>
            <a:solidFill>
              <a:srgbClr val="35329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2630779" y="1881207"/>
              <a:ext cx="944244" cy="285750"/>
            </a:xfrm>
            <a:custGeom>
              <a:avLst/>
              <a:gdLst/>
              <a:ahLst/>
              <a:cxnLst/>
              <a:rect l="l" t="t" r="r" b="b"/>
              <a:pathLst>
                <a:path w="944245" h="285750">
                  <a:moveTo>
                    <a:pt x="198323" y="128968"/>
                  </a:moveTo>
                  <a:lnTo>
                    <a:pt x="196443" y="89027"/>
                  </a:lnTo>
                  <a:lnTo>
                    <a:pt x="185445" y="43421"/>
                  </a:lnTo>
                  <a:lnTo>
                    <a:pt x="158445" y="11811"/>
                  </a:lnTo>
                  <a:lnTo>
                    <a:pt x="121564" y="660"/>
                  </a:lnTo>
                  <a:lnTo>
                    <a:pt x="121564" y="128968"/>
                  </a:lnTo>
                  <a:lnTo>
                    <a:pt x="121564" y="156705"/>
                  </a:lnTo>
                  <a:lnTo>
                    <a:pt x="119964" y="197548"/>
                  </a:lnTo>
                  <a:lnTo>
                    <a:pt x="96418" y="232054"/>
                  </a:lnTo>
                  <a:lnTo>
                    <a:pt x="74409" y="232054"/>
                  </a:lnTo>
                  <a:lnTo>
                    <a:pt x="74409" y="53619"/>
                  </a:lnTo>
                  <a:lnTo>
                    <a:pt x="96418" y="53619"/>
                  </a:lnTo>
                  <a:lnTo>
                    <a:pt x="119964" y="88125"/>
                  </a:lnTo>
                  <a:lnTo>
                    <a:pt x="121564" y="128968"/>
                  </a:lnTo>
                  <a:lnTo>
                    <a:pt x="121564" y="660"/>
                  </a:lnTo>
                  <a:lnTo>
                    <a:pt x="108013" y="0"/>
                  </a:lnTo>
                  <a:lnTo>
                    <a:pt x="0" y="0"/>
                  </a:lnTo>
                  <a:lnTo>
                    <a:pt x="0" y="285673"/>
                  </a:lnTo>
                  <a:lnTo>
                    <a:pt x="108013" y="285673"/>
                  </a:lnTo>
                  <a:lnTo>
                    <a:pt x="148539" y="279031"/>
                  </a:lnTo>
                  <a:lnTo>
                    <a:pt x="180378" y="251663"/>
                  </a:lnTo>
                  <a:lnTo>
                    <a:pt x="195008" y="209181"/>
                  </a:lnTo>
                  <a:lnTo>
                    <a:pt x="197942" y="170294"/>
                  </a:lnTo>
                  <a:lnTo>
                    <a:pt x="198323" y="156705"/>
                  </a:lnTo>
                  <a:lnTo>
                    <a:pt x="198323" y="128968"/>
                  </a:lnTo>
                  <a:close/>
                </a:path>
                <a:path w="944245" h="285750">
                  <a:moveTo>
                    <a:pt x="434505" y="281673"/>
                  </a:moveTo>
                  <a:lnTo>
                    <a:pt x="422490" y="208851"/>
                  </a:lnTo>
                  <a:lnTo>
                    <a:pt x="421868" y="195224"/>
                  </a:lnTo>
                  <a:lnTo>
                    <a:pt x="419989" y="183146"/>
                  </a:lnTo>
                  <a:lnTo>
                    <a:pt x="416864" y="172618"/>
                  </a:lnTo>
                  <a:lnTo>
                    <a:pt x="416191" y="171246"/>
                  </a:lnTo>
                  <a:lnTo>
                    <a:pt x="412496" y="163639"/>
                  </a:lnTo>
                  <a:lnTo>
                    <a:pt x="406438" y="156311"/>
                  </a:lnTo>
                  <a:lnTo>
                    <a:pt x="398284" y="150736"/>
                  </a:lnTo>
                  <a:lnTo>
                    <a:pt x="388035" y="146913"/>
                  </a:lnTo>
                  <a:lnTo>
                    <a:pt x="375678" y="144830"/>
                  </a:lnTo>
                  <a:lnTo>
                    <a:pt x="375678" y="144043"/>
                  </a:lnTo>
                  <a:lnTo>
                    <a:pt x="412889" y="122428"/>
                  </a:lnTo>
                  <a:lnTo>
                    <a:pt x="413740" y="120827"/>
                  </a:lnTo>
                  <a:lnTo>
                    <a:pt x="417969" y="112928"/>
                  </a:lnTo>
                  <a:lnTo>
                    <a:pt x="421589" y="102031"/>
                  </a:lnTo>
                  <a:lnTo>
                    <a:pt x="423773" y="89725"/>
                  </a:lnTo>
                  <a:lnTo>
                    <a:pt x="424497" y="76022"/>
                  </a:lnTo>
                  <a:lnTo>
                    <a:pt x="424230" y="67970"/>
                  </a:lnTo>
                  <a:lnTo>
                    <a:pt x="411060" y="26746"/>
                  </a:lnTo>
                  <a:lnTo>
                    <a:pt x="374396" y="3149"/>
                  </a:lnTo>
                  <a:lnTo>
                    <a:pt x="350075" y="139"/>
                  </a:lnTo>
                  <a:lnTo>
                    <a:pt x="350075" y="86829"/>
                  </a:lnTo>
                  <a:lnTo>
                    <a:pt x="349605" y="94068"/>
                  </a:lnTo>
                  <a:lnTo>
                    <a:pt x="318871" y="120827"/>
                  </a:lnTo>
                  <a:lnTo>
                    <a:pt x="304063" y="120827"/>
                  </a:lnTo>
                  <a:lnTo>
                    <a:pt x="304063" y="53619"/>
                  </a:lnTo>
                  <a:lnTo>
                    <a:pt x="329666" y="53619"/>
                  </a:lnTo>
                  <a:lnTo>
                    <a:pt x="350075" y="86829"/>
                  </a:lnTo>
                  <a:lnTo>
                    <a:pt x="350075" y="139"/>
                  </a:lnTo>
                  <a:lnTo>
                    <a:pt x="346075" y="0"/>
                  </a:lnTo>
                  <a:lnTo>
                    <a:pt x="229654" y="0"/>
                  </a:lnTo>
                  <a:lnTo>
                    <a:pt x="229654" y="285673"/>
                  </a:lnTo>
                  <a:lnTo>
                    <a:pt x="304063" y="285673"/>
                  </a:lnTo>
                  <a:lnTo>
                    <a:pt x="304063" y="171246"/>
                  </a:lnTo>
                  <a:lnTo>
                    <a:pt x="328206" y="171246"/>
                  </a:lnTo>
                  <a:lnTo>
                    <a:pt x="348081" y="204050"/>
                  </a:lnTo>
                  <a:lnTo>
                    <a:pt x="348132" y="237998"/>
                  </a:lnTo>
                  <a:lnTo>
                    <a:pt x="348411" y="247332"/>
                  </a:lnTo>
                  <a:lnTo>
                    <a:pt x="355269" y="285673"/>
                  </a:lnTo>
                  <a:lnTo>
                    <a:pt x="434505" y="285673"/>
                  </a:lnTo>
                  <a:lnTo>
                    <a:pt x="434505" y="281673"/>
                  </a:lnTo>
                  <a:close/>
                </a:path>
                <a:path w="944245" h="285750">
                  <a:moveTo>
                    <a:pt x="530910" y="0"/>
                  </a:moveTo>
                  <a:lnTo>
                    <a:pt x="456501" y="0"/>
                  </a:lnTo>
                  <a:lnTo>
                    <a:pt x="456501" y="285673"/>
                  </a:lnTo>
                  <a:lnTo>
                    <a:pt x="530910" y="285673"/>
                  </a:lnTo>
                  <a:lnTo>
                    <a:pt x="530910" y="0"/>
                  </a:lnTo>
                  <a:close/>
                </a:path>
                <a:path w="944245" h="285750">
                  <a:moveTo>
                    <a:pt x="759358" y="0"/>
                  </a:moveTo>
                  <a:lnTo>
                    <a:pt x="680135" y="0"/>
                  </a:lnTo>
                  <a:lnTo>
                    <a:pt x="650125" y="215252"/>
                  </a:lnTo>
                  <a:lnTo>
                    <a:pt x="649338" y="215252"/>
                  </a:lnTo>
                  <a:lnTo>
                    <a:pt x="619328" y="0"/>
                  </a:lnTo>
                  <a:lnTo>
                    <a:pt x="541312" y="0"/>
                  </a:lnTo>
                  <a:lnTo>
                    <a:pt x="601726" y="285673"/>
                  </a:lnTo>
                  <a:lnTo>
                    <a:pt x="697750" y="285673"/>
                  </a:lnTo>
                  <a:lnTo>
                    <a:pt x="759358" y="0"/>
                  </a:lnTo>
                  <a:close/>
                </a:path>
                <a:path w="944245" h="285750">
                  <a:moveTo>
                    <a:pt x="944206" y="225412"/>
                  </a:moveTo>
                  <a:lnTo>
                    <a:pt x="845781" y="225412"/>
                  </a:lnTo>
                  <a:lnTo>
                    <a:pt x="845781" y="168262"/>
                  </a:lnTo>
                  <a:lnTo>
                    <a:pt x="934593" y="168262"/>
                  </a:lnTo>
                  <a:lnTo>
                    <a:pt x="934593" y="109842"/>
                  </a:lnTo>
                  <a:lnTo>
                    <a:pt x="845781" y="109842"/>
                  </a:lnTo>
                  <a:lnTo>
                    <a:pt x="845781" y="60312"/>
                  </a:lnTo>
                  <a:lnTo>
                    <a:pt x="940600" y="60312"/>
                  </a:lnTo>
                  <a:lnTo>
                    <a:pt x="940600" y="622"/>
                  </a:lnTo>
                  <a:lnTo>
                    <a:pt x="771359" y="622"/>
                  </a:lnTo>
                  <a:lnTo>
                    <a:pt x="771359" y="60312"/>
                  </a:lnTo>
                  <a:lnTo>
                    <a:pt x="771359" y="109842"/>
                  </a:lnTo>
                  <a:lnTo>
                    <a:pt x="771359" y="168262"/>
                  </a:lnTo>
                  <a:lnTo>
                    <a:pt x="771359" y="225412"/>
                  </a:lnTo>
                  <a:lnTo>
                    <a:pt x="771359" y="285102"/>
                  </a:lnTo>
                  <a:lnTo>
                    <a:pt x="944206" y="285102"/>
                  </a:lnTo>
                  <a:lnTo>
                    <a:pt x="944206" y="225412"/>
                  </a:lnTo>
                  <a:close/>
                </a:path>
              </a:pathLst>
            </a:custGeom>
            <a:solidFill>
              <a:srgbClr val="F27E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2"/>
            <p:cNvSpPr/>
            <p:nvPr/>
          </p:nvSpPr>
          <p:spPr>
            <a:xfrm>
              <a:off x="816241" y="2239474"/>
              <a:ext cx="2758440" cy="317500"/>
            </a:xfrm>
            <a:custGeom>
              <a:avLst/>
              <a:gdLst/>
              <a:ahLst/>
              <a:cxnLst/>
              <a:rect l="l" t="t" r="r" b="b"/>
              <a:pathLst>
                <a:path w="2758440" h="317500">
                  <a:moveTo>
                    <a:pt x="79781" y="6007"/>
                  </a:moveTo>
                  <a:lnTo>
                    <a:pt x="0" y="6007"/>
                  </a:lnTo>
                  <a:lnTo>
                    <a:pt x="0" y="312254"/>
                  </a:lnTo>
                  <a:lnTo>
                    <a:pt x="79781" y="312254"/>
                  </a:lnTo>
                  <a:lnTo>
                    <a:pt x="79781" y="6007"/>
                  </a:lnTo>
                  <a:close/>
                </a:path>
                <a:path w="2758440" h="317500">
                  <a:moveTo>
                    <a:pt x="330695" y="6007"/>
                  </a:moveTo>
                  <a:lnTo>
                    <a:pt x="256057" y="6007"/>
                  </a:lnTo>
                  <a:lnTo>
                    <a:pt x="256057" y="194729"/>
                  </a:lnTo>
                  <a:lnTo>
                    <a:pt x="255206" y="194729"/>
                  </a:lnTo>
                  <a:lnTo>
                    <a:pt x="203733" y="6007"/>
                  </a:lnTo>
                  <a:lnTo>
                    <a:pt x="114515" y="6007"/>
                  </a:lnTo>
                  <a:lnTo>
                    <a:pt x="114515" y="312254"/>
                  </a:lnTo>
                  <a:lnTo>
                    <a:pt x="189153" y="312254"/>
                  </a:lnTo>
                  <a:lnTo>
                    <a:pt x="189153" y="123101"/>
                  </a:lnTo>
                  <a:lnTo>
                    <a:pt x="190004" y="123101"/>
                  </a:lnTo>
                  <a:lnTo>
                    <a:pt x="243192" y="312254"/>
                  </a:lnTo>
                  <a:lnTo>
                    <a:pt x="330695" y="312254"/>
                  </a:lnTo>
                  <a:lnTo>
                    <a:pt x="330695" y="6007"/>
                  </a:lnTo>
                  <a:close/>
                </a:path>
                <a:path w="2758440" h="317500">
                  <a:moveTo>
                    <a:pt x="581177" y="159131"/>
                  </a:moveTo>
                  <a:lnTo>
                    <a:pt x="579970" y="115417"/>
                  </a:lnTo>
                  <a:lnTo>
                    <a:pt x="575005" y="75387"/>
                  </a:lnTo>
                  <a:lnTo>
                    <a:pt x="555167" y="33464"/>
                  </a:lnTo>
                  <a:lnTo>
                    <a:pt x="515124" y="9169"/>
                  </a:lnTo>
                  <a:lnTo>
                    <a:pt x="498754" y="6705"/>
                  </a:lnTo>
                  <a:lnTo>
                    <a:pt x="498754" y="144272"/>
                  </a:lnTo>
                  <a:lnTo>
                    <a:pt x="498754" y="173990"/>
                  </a:lnTo>
                  <a:lnTo>
                    <a:pt x="497052" y="217792"/>
                  </a:lnTo>
                  <a:lnTo>
                    <a:pt x="477951" y="253707"/>
                  </a:lnTo>
                  <a:lnTo>
                    <a:pt x="471805" y="254774"/>
                  </a:lnTo>
                  <a:lnTo>
                    <a:pt x="448208" y="254774"/>
                  </a:lnTo>
                  <a:lnTo>
                    <a:pt x="448208" y="63474"/>
                  </a:lnTo>
                  <a:lnTo>
                    <a:pt x="471805" y="63474"/>
                  </a:lnTo>
                  <a:lnTo>
                    <a:pt x="497052" y="100469"/>
                  </a:lnTo>
                  <a:lnTo>
                    <a:pt x="498754" y="144272"/>
                  </a:lnTo>
                  <a:lnTo>
                    <a:pt x="498754" y="6705"/>
                  </a:lnTo>
                  <a:lnTo>
                    <a:pt x="484238" y="6007"/>
                  </a:lnTo>
                  <a:lnTo>
                    <a:pt x="368439" y="6007"/>
                  </a:lnTo>
                  <a:lnTo>
                    <a:pt x="368439" y="312254"/>
                  </a:lnTo>
                  <a:lnTo>
                    <a:pt x="484238" y="312254"/>
                  </a:lnTo>
                  <a:lnTo>
                    <a:pt x="527672" y="305130"/>
                  </a:lnTo>
                  <a:lnTo>
                    <a:pt x="561809" y="275793"/>
                  </a:lnTo>
                  <a:lnTo>
                    <a:pt x="577481" y="230251"/>
                  </a:lnTo>
                  <a:lnTo>
                    <a:pt x="580644" y="188569"/>
                  </a:lnTo>
                  <a:lnTo>
                    <a:pt x="581037" y="173824"/>
                  </a:lnTo>
                  <a:lnTo>
                    <a:pt x="581177" y="159131"/>
                  </a:lnTo>
                  <a:close/>
                </a:path>
                <a:path w="2758440" h="317500">
                  <a:moveTo>
                    <a:pt x="691400" y="6007"/>
                  </a:moveTo>
                  <a:lnTo>
                    <a:pt x="611619" y="6007"/>
                  </a:lnTo>
                  <a:lnTo>
                    <a:pt x="611619" y="312254"/>
                  </a:lnTo>
                  <a:lnTo>
                    <a:pt x="691400" y="312254"/>
                  </a:lnTo>
                  <a:lnTo>
                    <a:pt x="691400" y="6007"/>
                  </a:lnTo>
                  <a:close/>
                </a:path>
                <a:path w="2758440" h="317500">
                  <a:moveTo>
                    <a:pt x="951318" y="312254"/>
                  </a:moveTo>
                  <a:lnTo>
                    <a:pt x="938263" y="258635"/>
                  </a:lnTo>
                  <a:lnTo>
                    <a:pt x="923620" y="198589"/>
                  </a:lnTo>
                  <a:lnTo>
                    <a:pt x="891946" y="68630"/>
                  </a:lnTo>
                  <a:lnTo>
                    <a:pt x="876693" y="6007"/>
                  </a:lnTo>
                  <a:lnTo>
                    <a:pt x="848817" y="6007"/>
                  </a:lnTo>
                  <a:lnTo>
                    <a:pt x="848817" y="198589"/>
                  </a:lnTo>
                  <a:lnTo>
                    <a:pt x="804202" y="198589"/>
                  </a:lnTo>
                  <a:lnTo>
                    <a:pt x="826071" y="68630"/>
                  </a:lnTo>
                  <a:lnTo>
                    <a:pt x="826935" y="68630"/>
                  </a:lnTo>
                  <a:lnTo>
                    <a:pt x="848817" y="198589"/>
                  </a:lnTo>
                  <a:lnTo>
                    <a:pt x="848817" y="6007"/>
                  </a:lnTo>
                  <a:lnTo>
                    <a:pt x="776325" y="6007"/>
                  </a:lnTo>
                  <a:lnTo>
                    <a:pt x="702983" y="312254"/>
                  </a:lnTo>
                  <a:lnTo>
                    <a:pt x="786625" y="312254"/>
                  </a:lnTo>
                  <a:lnTo>
                    <a:pt x="794766" y="258635"/>
                  </a:lnTo>
                  <a:lnTo>
                    <a:pt x="858240" y="258635"/>
                  </a:lnTo>
                  <a:lnTo>
                    <a:pt x="866394" y="312254"/>
                  </a:lnTo>
                  <a:lnTo>
                    <a:pt x="951318" y="312254"/>
                  </a:lnTo>
                  <a:close/>
                </a:path>
                <a:path w="2758440" h="317500">
                  <a:moveTo>
                    <a:pt x="1282014" y="102933"/>
                  </a:moveTo>
                  <a:lnTo>
                    <a:pt x="1274724" y="55537"/>
                  </a:lnTo>
                  <a:lnTo>
                    <a:pt x="1247825" y="17805"/>
                  </a:lnTo>
                  <a:lnTo>
                    <a:pt x="1205293" y="1397"/>
                  </a:lnTo>
                  <a:lnTo>
                    <a:pt x="1185087" y="0"/>
                  </a:lnTo>
                  <a:lnTo>
                    <a:pt x="1168298" y="660"/>
                  </a:lnTo>
                  <a:lnTo>
                    <a:pt x="1127607" y="10515"/>
                  </a:lnTo>
                  <a:lnTo>
                    <a:pt x="1092657" y="41173"/>
                  </a:lnTo>
                  <a:lnTo>
                    <a:pt x="1078255" y="76720"/>
                  </a:lnTo>
                  <a:lnTo>
                    <a:pt x="1072121" y="122783"/>
                  </a:lnTo>
                  <a:lnTo>
                    <a:pt x="1070991" y="159131"/>
                  </a:lnTo>
                  <a:lnTo>
                    <a:pt x="1071143" y="177685"/>
                  </a:lnTo>
                  <a:lnTo>
                    <a:pt x="1073353" y="226898"/>
                  </a:lnTo>
                  <a:lnTo>
                    <a:pt x="1080630" y="265988"/>
                  </a:lnTo>
                  <a:lnTo>
                    <a:pt x="1103045" y="301218"/>
                  </a:lnTo>
                  <a:lnTo>
                    <a:pt x="1144917" y="316331"/>
                  </a:lnTo>
                  <a:lnTo>
                    <a:pt x="1159344" y="316966"/>
                  </a:lnTo>
                  <a:lnTo>
                    <a:pt x="1166202" y="316966"/>
                  </a:lnTo>
                  <a:lnTo>
                    <a:pt x="1204455" y="309041"/>
                  </a:lnTo>
                  <a:lnTo>
                    <a:pt x="1225397" y="285229"/>
                  </a:lnTo>
                  <a:lnTo>
                    <a:pt x="1226261" y="285229"/>
                  </a:lnTo>
                  <a:lnTo>
                    <a:pt x="1227975" y="312254"/>
                  </a:lnTo>
                  <a:lnTo>
                    <a:pt x="1282014" y="312254"/>
                  </a:lnTo>
                  <a:lnTo>
                    <a:pt x="1282014" y="145834"/>
                  </a:lnTo>
                  <a:lnTo>
                    <a:pt x="1179068" y="145834"/>
                  </a:lnTo>
                  <a:lnTo>
                    <a:pt x="1179068" y="199872"/>
                  </a:lnTo>
                  <a:lnTo>
                    <a:pt x="1207389" y="199872"/>
                  </a:lnTo>
                  <a:lnTo>
                    <a:pt x="1207262" y="209296"/>
                  </a:lnTo>
                  <a:lnTo>
                    <a:pt x="1202372" y="247269"/>
                  </a:lnTo>
                  <a:lnTo>
                    <a:pt x="1184656" y="264210"/>
                  </a:lnTo>
                  <a:lnTo>
                    <a:pt x="1174356" y="264210"/>
                  </a:lnTo>
                  <a:lnTo>
                    <a:pt x="1155534" y="228663"/>
                  </a:lnTo>
                  <a:lnTo>
                    <a:pt x="1153337" y="159131"/>
                  </a:lnTo>
                  <a:lnTo>
                    <a:pt x="1153820" y="118719"/>
                  </a:lnTo>
                  <a:lnTo>
                    <a:pt x="1157846" y="75488"/>
                  </a:lnTo>
                  <a:lnTo>
                    <a:pt x="1175499" y="54038"/>
                  </a:lnTo>
                  <a:lnTo>
                    <a:pt x="1191514" y="54038"/>
                  </a:lnTo>
                  <a:lnTo>
                    <a:pt x="1204544" y="91554"/>
                  </a:lnTo>
                  <a:lnTo>
                    <a:pt x="1204810" y="102933"/>
                  </a:lnTo>
                  <a:lnTo>
                    <a:pt x="1282014" y="102933"/>
                  </a:lnTo>
                  <a:close/>
                </a:path>
                <a:path w="2758440" h="317500">
                  <a:moveTo>
                    <a:pt x="1524355" y="159131"/>
                  </a:moveTo>
                  <a:lnTo>
                    <a:pt x="1522958" y="119405"/>
                  </a:lnTo>
                  <a:lnTo>
                    <a:pt x="1515529" y="71577"/>
                  </a:lnTo>
                  <a:lnTo>
                    <a:pt x="1493393" y="27774"/>
                  </a:lnTo>
                  <a:lnTo>
                    <a:pt x="1455356" y="4953"/>
                  </a:lnTo>
                  <a:lnTo>
                    <a:pt x="1441881" y="2057"/>
                  </a:lnTo>
                  <a:lnTo>
                    <a:pt x="1441881" y="179781"/>
                  </a:lnTo>
                  <a:lnTo>
                    <a:pt x="1441780" y="187388"/>
                  </a:lnTo>
                  <a:lnTo>
                    <a:pt x="1439799" y="228663"/>
                  </a:lnTo>
                  <a:lnTo>
                    <a:pt x="1420977" y="264210"/>
                  </a:lnTo>
                  <a:lnTo>
                    <a:pt x="1408976" y="264210"/>
                  </a:lnTo>
                  <a:lnTo>
                    <a:pt x="1390154" y="228663"/>
                  </a:lnTo>
                  <a:lnTo>
                    <a:pt x="1388173" y="187388"/>
                  </a:lnTo>
                  <a:lnTo>
                    <a:pt x="1388084" y="179781"/>
                  </a:lnTo>
                  <a:lnTo>
                    <a:pt x="1388173" y="130873"/>
                  </a:lnTo>
                  <a:lnTo>
                    <a:pt x="1390154" y="89598"/>
                  </a:lnTo>
                  <a:lnTo>
                    <a:pt x="1408976" y="54038"/>
                  </a:lnTo>
                  <a:lnTo>
                    <a:pt x="1420977" y="54038"/>
                  </a:lnTo>
                  <a:lnTo>
                    <a:pt x="1439799" y="89598"/>
                  </a:lnTo>
                  <a:lnTo>
                    <a:pt x="1441780" y="130873"/>
                  </a:lnTo>
                  <a:lnTo>
                    <a:pt x="1441881" y="179781"/>
                  </a:lnTo>
                  <a:lnTo>
                    <a:pt x="1441881" y="2057"/>
                  </a:lnTo>
                  <a:lnTo>
                    <a:pt x="1429613" y="546"/>
                  </a:lnTo>
                  <a:lnTo>
                    <a:pt x="1414983" y="0"/>
                  </a:lnTo>
                  <a:lnTo>
                    <a:pt x="1400340" y="546"/>
                  </a:lnTo>
                  <a:lnTo>
                    <a:pt x="1353515" y="13843"/>
                  </a:lnTo>
                  <a:lnTo>
                    <a:pt x="1323644" y="46913"/>
                  </a:lnTo>
                  <a:lnTo>
                    <a:pt x="1311186" y="85991"/>
                  </a:lnTo>
                  <a:lnTo>
                    <a:pt x="1305953" y="138480"/>
                  </a:lnTo>
                  <a:lnTo>
                    <a:pt x="1305610" y="159131"/>
                  </a:lnTo>
                  <a:lnTo>
                    <a:pt x="1305953" y="179781"/>
                  </a:lnTo>
                  <a:lnTo>
                    <a:pt x="1311186" y="232257"/>
                  </a:lnTo>
                  <a:lnTo>
                    <a:pt x="1323644" y="271348"/>
                  </a:lnTo>
                  <a:lnTo>
                    <a:pt x="1353515" y="304063"/>
                  </a:lnTo>
                  <a:lnTo>
                    <a:pt x="1400340" y="316458"/>
                  </a:lnTo>
                  <a:lnTo>
                    <a:pt x="1414983" y="316966"/>
                  </a:lnTo>
                  <a:lnTo>
                    <a:pt x="1429613" y="316458"/>
                  </a:lnTo>
                  <a:lnTo>
                    <a:pt x="1476451" y="304063"/>
                  </a:lnTo>
                  <a:lnTo>
                    <a:pt x="1506308" y="271348"/>
                  </a:lnTo>
                  <a:lnTo>
                    <a:pt x="1518780" y="232257"/>
                  </a:lnTo>
                  <a:lnTo>
                    <a:pt x="1524000" y="179781"/>
                  </a:lnTo>
                  <a:lnTo>
                    <a:pt x="1524355" y="159131"/>
                  </a:lnTo>
                  <a:close/>
                </a:path>
                <a:path w="2758440" h="317500">
                  <a:moveTo>
                    <a:pt x="1738388" y="246875"/>
                  </a:moveTo>
                  <a:lnTo>
                    <a:pt x="1632864" y="246875"/>
                  </a:lnTo>
                  <a:lnTo>
                    <a:pt x="1632864" y="185915"/>
                  </a:lnTo>
                  <a:lnTo>
                    <a:pt x="1728089" y="185915"/>
                  </a:lnTo>
                  <a:lnTo>
                    <a:pt x="1728089" y="123685"/>
                  </a:lnTo>
                  <a:lnTo>
                    <a:pt x="1632864" y="123685"/>
                  </a:lnTo>
                  <a:lnTo>
                    <a:pt x="1632864" y="71615"/>
                  </a:lnTo>
                  <a:lnTo>
                    <a:pt x="1734527" y="71615"/>
                  </a:lnTo>
                  <a:lnTo>
                    <a:pt x="1734527" y="5575"/>
                  </a:lnTo>
                  <a:lnTo>
                    <a:pt x="1553095" y="5575"/>
                  </a:lnTo>
                  <a:lnTo>
                    <a:pt x="1553095" y="71615"/>
                  </a:lnTo>
                  <a:lnTo>
                    <a:pt x="1553095" y="123685"/>
                  </a:lnTo>
                  <a:lnTo>
                    <a:pt x="1553095" y="185915"/>
                  </a:lnTo>
                  <a:lnTo>
                    <a:pt x="1553095" y="246875"/>
                  </a:lnTo>
                  <a:lnTo>
                    <a:pt x="1553095" y="311645"/>
                  </a:lnTo>
                  <a:lnTo>
                    <a:pt x="1738388" y="311645"/>
                  </a:lnTo>
                  <a:lnTo>
                    <a:pt x="1738388" y="246875"/>
                  </a:lnTo>
                  <a:close/>
                </a:path>
                <a:path w="2758440" h="317500">
                  <a:moveTo>
                    <a:pt x="1969566" y="223901"/>
                  </a:moveTo>
                  <a:lnTo>
                    <a:pt x="1959914" y="178638"/>
                  </a:lnTo>
                  <a:lnTo>
                    <a:pt x="1928253" y="145440"/>
                  </a:lnTo>
                  <a:lnTo>
                    <a:pt x="1873059" y="120091"/>
                  </a:lnTo>
                  <a:lnTo>
                    <a:pt x="1866074" y="116738"/>
                  </a:lnTo>
                  <a:lnTo>
                    <a:pt x="1839785" y="88188"/>
                  </a:lnTo>
                  <a:lnTo>
                    <a:pt x="1839175" y="81064"/>
                  </a:lnTo>
                  <a:lnTo>
                    <a:pt x="1839175" y="74206"/>
                  </a:lnTo>
                  <a:lnTo>
                    <a:pt x="1841169" y="67983"/>
                  </a:lnTo>
                  <a:lnTo>
                    <a:pt x="1849183" y="56832"/>
                  </a:lnTo>
                  <a:lnTo>
                    <a:pt x="1855470" y="54038"/>
                  </a:lnTo>
                  <a:lnTo>
                    <a:pt x="1871764" y="54038"/>
                  </a:lnTo>
                  <a:lnTo>
                    <a:pt x="1877479" y="57264"/>
                  </a:lnTo>
                  <a:lnTo>
                    <a:pt x="1884921" y="70129"/>
                  </a:lnTo>
                  <a:lnTo>
                    <a:pt x="1886775" y="77927"/>
                  </a:lnTo>
                  <a:lnTo>
                    <a:pt x="1886775" y="87071"/>
                  </a:lnTo>
                  <a:lnTo>
                    <a:pt x="1886775" y="94361"/>
                  </a:lnTo>
                  <a:lnTo>
                    <a:pt x="1961413" y="94361"/>
                  </a:lnTo>
                  <a:lnTo>
                    <a:pt x="1959952" y="71374"/>
                  </a:lnTo>
                  <a:lnTo>
                    <a:pt x="1955571" y="51739"/>
                  </a:lnTo>
                  <a:lnTo>
                    <a:pt x="1924532" y="12661"/>
                  </a:lnTo>
                  <a:lnTo>
                    <a:pt x="1886686" y="1409"/>
                  </a:lnTo>
                  <a:lnTo>
                    <a:pt x="1862328" y="0"/>
                  </a:lnTo>
                  <a:lnTo>
                    <a:pt x="1838642" y="1524"/>
                  </a:lnTo>
                  <a:lnTo>
                    <a:pt x="1800898" y="13754"/>
                  </a:lnTo>
                  <a:lnTo>
                    <a:pt x="1768195" y="54470"/>
                  </a:lnTo>
                  <a:lnTo>
                    <a:pt x="1761972" y="95643"/>
                  </a:lnTo>
                  <a:lnTo>
                    <a:pt x="1762544" y="108521"/>
                  </a:lnTo>
                  <a:lnTo>
                    <a:pt x="1776095" y="147358"/>
                  </a:lnTo>
                  <a:lnTo>
                    <a:pt x="1808873" y="175742"/>
                  </a:lnTo>
                  <a:lnTo>
                    <a:pt x="1832597" y="186347"/>
                  </a:lnTo>
                  <a:lnTo>
                    <a:pt x="1854835" y="195795"/>
                  </a:lnTo>
                  <a:lnTo>
                    <a:pt x="1884908" y="221157"/>
                  </a:lnTo>
                  <a:lnTo>
                    <a:pt x="1887207" y="234619"/>
                  </a:lnTo>
                  <a:lnTo>
                    <a:pt x="1887207" y="242912"/>
                  </a:lnTo>
                  <a:lnTo>
                    <a:pt x="1884997" y="249910"/>
                  </a:lnTo>
                  <a:lnTo>
                    <a:pt x="1876132" y="261353"/>
                  </a:lnTo>
                  <a:lnTo>
                    <a:pt x="1869770" y="264210"/>
                  </a:lnTo>
                  <a:lnTo>
                    <a:pt x="1853755" y="264210"/>
                  </a:lnTo>
                  <a:lnTo>
                    <a:pt x="1835315" y="228612"/>
                  </a:lnTo>
                  <a:lnTo>
                    <a:pt x="1835315" y="221322"/>
                  </a:lnTo>
                  <a:lnTo>
                    <a:pt x="1758111" y="221322"/>
                  </a:lnTo>
                  <a:lnTo>
                    <a:pt x="1758111" y="232041"/>
                  </a:lnTo>
                  <a:lnTo>
                    <a:pt x="1758543" y="243573"/>
                  </a:lnTo>
                  <a:lnTo>
                    <a:pt x="1773389" y="287108"/>
                  </a:lnTo>
                  <a:lnTo>
                    <a:pt x="1807921" y="310489"/>
                  </a:lnTo>
                  <a:lnTo>
                    <a:pt x="1848967" y="316712"/>
                  </a:lnTo>
                  <a:lnTo>
                    <a:pt x="1861045" y="316966"/>
                  </a:lnTo>
                  <a:lnTo>
                    <a:pt x="1885873" y="315582"/>
                  </a:lnTo>
                  <a:lnTo>
                    <a:pt x="1926183" y="304546"/>
                  </a:lnTo>
                  <a:lnTo>
                    <a:pt x="1962594" y="266090"/>
                  </a:lnTo>
                  <a:lnTo>
                    <a:pt x="1967826" y="246672"/>
                  </a:lnTo>
                  <a:lnTo>
                    <a:pt x="1969566" y="223901"/>
                  </a:lnTo>
                  <a:close/>
                </a:path>
                <a:path w="2758440" h="317500">
                  <a:moveTo>
                    <a:pt x="2290813" y="5575"/>
                  </a:moveTo>
                  <a:lnTo>
                    <a:pt x="2109381" y="5575"/>
                  </a:lnTo>
                  <a:lnTo>
                    <a:pt x="2109381" y="71615"/>
                  </a:lnTo>
                  <a:lnTo>
                    <a:pt x="2109381" y="123685"/>
                  </a:lnTo>
                  <a:lnTo>
                    <a:pt x="2109381" y="185915"/>
                  </a:lnTo>
                  <a:lnTo>
                    <a:pt x="2109381" y="311645"/>
                  </a:lnTo>
                  <a:lnTo>
                    <a:pt x="2189162" y="311645"/>
                  </a:lnTo>
                  <a:lnTo>
                    <a:pt x="2189162" y="185915"/>
                  </a:lnTo>
                  <a:lnTo>
                    <a:pt x="2284387" y="185915"/>
                  </a:lnTo>
                  <a:lnTo>
                    <a:pt x="2284387" y="123685"/>
                  </a:lnTo>
                  <a:lnTo>
                    <a:pt x="2189162" y="123685"/>
                  </a:lnTo>
                  <a:lnTo>
                    <a:pt x="2189162" y="71615"/>
                  </a:lnTo>
                  <a:lnTo>
                    <a:pt x="2290813" y="71615"/>
                  </a:lnTo>
                  <a:lnTo>
                    <a:pt x="2290813" y="5575"/>
                  </a:lnTo>
                  <a:close/>
                </a:path>
                <a:path w="2758440" h="317500">
                  <a:moveTo>
                    <a:pt x="2525001" y="312254"/>
                  </a:moveTo>
                  <a:lnTo>
                    <a:pt x="2511933" y="258635"/>
                  </a:lnTo>
                  <a:lnTo>
                    <a:pt x="2497302" y="198589"/>
                  </a:lnTo>
                  <a:lnTo>
                    <a:pt x="2465628" y="68630"/>
                  </a:lnTo>
                  <a:lnTo>
                    <a:pt x="2450376" y="6007"/>
                  </a:lnTo>
                  <a:lnTo>
                    <a:pt x="2422487" y="6007"/>
                  </a:lnTo>
                  <a:lnTo>
                    <a:pt x="2422487" y="198589"/>
                  </a:lnTo>
                  <a:lnTo>
                    <a:pt x="2377884" y="198589"/>
                  </a:lnTo>
                  <a:lnTo>
                    <a:pt x="2399754" y="68630"/>
                  </a:lnTo>
                  <a:lnTo>
                    <a:pt x="2400617" y="68630"/>
                  </a:lnTo>
                  <a:lnTo>
                    <a:pt x="2422487" y="198589"/>
                  </a:lnTo>
                  <a:lnTo>
                    <a:pt x="2422487" y="6007"/>
                  </a:lnTo>
                  <a:lnTo>
                    <a:pt x="2350008" y="6007"/>
                  </a:lnTo>
                  <a:lnTo>
                    <a:pt x="2276652" y="312254"/>
                  </a:lnTo>
                  <a:lnTo>
                    <a:pt x="2360295" y="312254"/>
                  </a:lnTo>
                  <a:lnTo>
                    <a:pt x="2368448" y="258635"/>
                  </a:lnTo>
                  <a:lnTo>
                    <a:pt x="2431923" y="258635"/>
                  </a:lnTo>
                  <a:lnTo>
                    <a:pt x="2440076" y="312254"/>
                  </a:lnTo>
                  <a:lnTo>
                    <a:pt x="2525001" y="312254"/>
                  </a:lnTo>
                  <a:close/>
                </a:path>
                <a:path w="2758440" h="317500">
                  <a:moveTo>
                    <a:pt x="2757906" y="307962"/>
                  </a:moveTo>
                  <a:lnTo>
                    <a:pt x="2745028" y="229895"/>
                  </a:lnTo>
                  <a:lnTo>
                    <a:pt x="2744355" y="215290"/>
                  </a:lnTo>
                  <a:lnTo>
                    <a:pt x="2727820" y="173570"/>
                  </a:lnTo>
                  <a:lnTo>
                    <a:pt x="2694851" y="161277"/>
                  </a:lnTo>
                  <a:lnTo>
                    <a:pt x="2694851" y="160413"/>
                  </a:lnTo>
                  <a:lnTo>
                    <a:pt x="2734729" y="137248"/>
                  </a:lnTo>
                  <a:lnTo>
                    <a:pt x="2747175" y="87503"/>
                  </a:lnTo>
                  <a:lnTo>
                    <a:pt x="2746895" y="78867"/>
                  </a:lnTo>
                  <a:lnTo>
                    <a:pt x="2746044" y="70561"/>
                  </a:lnTo>
                  <a:lnTo>
                    <a:pt x="2744800" y="63474"/>
                  </a:lnTo>
                  <a:lnTo>
                    <a:pt x="2744647" y="62572"/>
                  </a:lnTo>
                  <a:lnTo>
                    <a:pt x="2722676" y="23787"/>
                  </a:lnTo>
                  <a:lnTo>
                    <a:pt x="2684183" y="7505"/>
                  </a:lnTo>
                  <a:lnTo>
                    <a:pt x="2667406" y="6159"/>
                  </a:lnTo>
                  <a:lnTo>
                    <a:pt x="2667406" y="99085"/>
                  </a:lnTo>
                  <a:lnTo>
                    <a:pt x="2666885" y="106845"/>
                  </a:lnTo>
                  <a:lnTo>
                    <a:pt x="2633942" y="135534"/>
                  </a:lnTo>
                  <a:lnTo>
                    <a:pt x="2618067" y="135534"/>
                  </a:lnTo>
                  <a:lnTo>
                    <a:pt x="2618067" y="63474"/>
                  </a:lnTo>
                  <a:lnTo>
                    <a:pt x="2633510" y="63474"/>
                  </a:lnTo>
                  <a:lnTo>
                    <a:pt x="2666898" y="90131"/>
                  </a:lnTo>
                  <a:lnTo>
                    <a:pt x="2667406" y="99085"/>
                  </a:lnTo>
                  <a:lnTo>
                    <a:pt x="2667406" y="6159"/>
                  </a:lnTo>
                  <a:lnTo>
                    <a:pt x="2663113" y="6007"/>
                  </a:lnTo>
                  <a:lnTo>
                    <a:pt x="2538298" y="6007"/>
                  </a:lnTo>
                  <a:lnTo>
                    <a:pt x="2538298" y="312254"/>
                  </a:lnTo>
                  <a:lnTo>
                    <a:pt x="2618067" y="312254"/>
                  </a:lnTo>
                  <a:lnTo>
                    <a:pt x="2618067" y="189585"/>
                  </a:lnTo>
                  <a:lnTo>
                    <a:pt x="2643949" y="189585"/>
                  </a:lnTo>
                  <a:lnTo>
                    <a:pt x="2665247" y="224751"/>
                  </a:lnTo>
                  <a:lnTo>
                    <a:pt x="2665323" y="261137"/>
                  </a:lnTo>
                  <a:lnTo>
                    <a:pt x="2665615" y="271145"/>
                  </a:lnTo>
                  <a:lnTo>
                    <a:pt x="2672969" y="312254"/>
                  </a:lnTo>
                  <a:lnTo>
                    <a:pt x="2757906" y="312254"/>
                  </a:lnTo>
                  <a:lnTo>
                    <a:pt x="2757906" y="307962"/>
                  </a:lnTo>
                  <a:close/>
                </a:path>
              </a:pathLst>
            </a:custGeom>
            <a:solidFill>
              <a:srgbClr val="35329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99975" y="2687223"/>
              <a:ext cx="75027" cy="7502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3593" y="311821"/>
              <a:ext cx="1773223" cy="4460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0233" y="3727476"/>
              <a:ext cx="1348149" cy="28702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86858" y="3727476"/>
              <a:ext cx="288770" cy="10127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269083" y="3889928"/>
              <a:ext cx="724535" cy="101600"/>
            </a:xfrm>
            <a:custGeom>
              <a:avLst/>
              <a:gdLst/>
              <a:ahLst/>
              <a:cxnLst/>
              <a:rect l="l" t="t" r="r" b="b"/>
              <a:pathLst>
                <a:path w="724535" h="101600">
                  <a:moveTo>
                    <a:pt x="79362" y="99771"/>
                  </a:moveTo>
                  <a:lnTo>
                    <a:pt x="75184" y="82638"/>
                  </a:lnTo>
                  <a:lnTo>
                    <a:pt x="70510" y="63461"/>
                  </a:lnTo>
                  <a:lnTo>
                    <a:pt x="60388" y="21932"/>
                  </a:lnTo>
                  <a:lnTo>
                    <a:pt x="55511" y="1917"/>
                  </a:lnTo>
                  <a:lnTo>
                    <a:pt x="46596" y="1917"/>
                  </a:lnTo>
                  <a:lnTo>
                    <a:pt x="46596" y="63461"/>
                  </a:lnTo>
                  <a:lnTo>
                    <a:pt x="32346" y="63461"/>
                  </a:lnTo>
                  <a:lnTo>
                    <a:pt x="39344" y="21932"/>
                  </a:lnTo>
                  <a:lnTo>
                    <a:pt x="39611" y="21932"/>
                  </a:lnTo>
                  <a:lnTo>
                    <a:pt x="46596" y="63461"/>
                  </a:lnTo>
                  <a:lnTo>
                    <a:pt x="46596" y="1917"/>
                  </a:lnTo>
                  <a:lnTo>
                    <a:pt x="23431" y="1917"/>
                  </a:lnTo>
                  <a:lnTo>
                    <a:pt x="0" y="99771"/>
                  </a:lnTo>
                  <a:lnTo>
                    <a:pt x="26733" y="99771"/>
                  </a:lnTo>
                  <a:lnTo>
                    <a:pt x="29337" y="82638"/>
                  </a:lnTo>
                  <a:lnTo>
                    <a:pt x="49618" y="82638"/>
                  </a:lnTo>
                  <a:lnTo>
                    <a:pt x="52222" y="99771"/>
                  </a:lnTo>
                  <a:lnTo>
                    <a:pt x="79362" y="99771"/>
                  </a:lnTo>
                  <a:close/>
                </a:path>
                <a:path w="724535" h="101600">
                  <a:moveTo>
                    <a:pt x="152679" y="1917"/>
                  </a:moveTo>
                  <a:lnTo>
                    <a:pt x="128828" y="1917"/>
                  </a:lnTo>
                  <a:lnTo>
                    <a:pt x="128828" y="62217"/>
                  </a:lnTo>
                  <a:lnTo>
                    <a:pt x="128549" y="62217"/>
                  </a:lnTo>
                  <a:lnTo>
                    <a:pt x="112102" y="1917"/>
                  </a:lnTo>
                  <a:lnTo>
                    <a:pt x="83604" y="1917"/>
                  </a:lnTo>
                  <a:lnTo>
                    <a:pt x="83604" y="99771"/>
                  </a:lnTo>
                  <a:lnTo>
                    <a:pt x="107454" y="99771"/>
                  </a:lnTo>
                  <a:lnTo>
                    <a:pt x="107454" y="39331"/>
                  </a:lnTo>
                  <a:lnTo>
                    <a:pt x="107721" y="39331"/>
                  </a:lnTo>
                  <a:lnTo>
                    <a:pt x="124714" y="99771"/>
                  </a:lnTo>
                  <a:lnTo>
                    <a:pt x="152679" y="99771"/>
                  </a:lnTo>
                  <a:lnTo>
                    <a:pt x="152679" y="1917"/>
                  </a:lnTo>
                  <a:close/>
                </a:path>
                <a:path w="724535" h="101600">
                  <a:moveTo>
                    <a:pt x="229146" y="60439"/>
                  </a:moveTo>
                  <a:lnTo>
                    <a:pt x="204482" y="60439"/>
                  </a:lnTo>
                  <a:lnTo>
                    <a:pt x="204368" y="68961"/>
                  </a:lnTo>
                  <a:lnTo>
                    <a:pt x="203911" y="75082"/>
                  </a:lnTo>
                  <a:lnTo>
                    <a:pt x="198361" y="84416"/>
                  </a:lnTo>
                  <a:lnTo>
                    <a:pt x="194881" y="84416"/>
                  </a:lnTo>
                  <a:lnTo>
                    <a:pt x="188175" y="44272"/>
                  </a:lnTo>
                  <a:lnTo>
                    <a:pt x="188633" y="30137"/>
                  </a:lnTo>
                  <a:lnTo>
                    <a:pt x="194881" y="17272"/>
                  </a:lnTo>
                  <a:lnTo>
                    <a:pt x="199275" y="17272"/>
                  </a:lnTo>
                  <a:lnTo>
                    <a:pt x="203796" y="37134"/>
                  </a:lnTo>
                  <a:lnTo>
                    <a:pt x="228460" y="37134"/>
                  </a:lnTo>
                  <a:lnTo>
                    <a:pt x="207441" y="736"/>
                  </a:lnTo>
                  <a:lnTo>
                    <a:pt x="202565" y="0"/>
                  </a:lnTo>
                  <a:lnTo>
                    <a:pt x="190233" y="0"/>
                  </a:lnTo>
                  <a:lnTo>
                    <a:pt x="162420" y="33629"/>
                  </a:lnTo>
                  <a:lnTo>
                    <a:pt x="161861" y="41529"/>
                  </a:lnTo>
                  <a:lnTo>
                    <a:pt x="161861" y="59982"/>
                  </a:lnTo>
                  <a:lnTo>
                    <a:pt x="174701" y="96939"/>
                  </a:lnTo>
                  <a:lnTo>
                    <a:pt x="189674" y="101282"/>
                  </a:lnTo>
                  <a:lnTo>
                    <a:pt x="200926" y="101282"/>
                  </a:lnTo>
                  <a:lnTo>
                    <a:pt x="229146" y="74561"/>
                  </a:lnTo>
                  <a:lnTo>
                    <a:pt x="229146" y="60439"/>
                  </a:lnTo>
                  <a:close/>
                </a:path>
                <a:path w="724535" h="101600">
                  <a:moveTo>
                    <a:pt x="262864" y="1917"/>
                  </a:moveTo>
                  <a:lnTo>
                    <a:pt x="237375" y="1917"/>
                  </a:lnTo>
                  <a:lnTo>
                    <a:pt x="237375" y="99771"/>
                  </a:lnTo>
                  <a:lnTo>
                    <a:pt x="262864" y="99771"/>
                  </a:lnTo>
                  <a:lnTo>
                    <a:pt x="262864" y="1917"/>
                  </a:lnTo>
                  <a:close/>
                </a:path>
                <a:path w="724535" h="101600">
                  <a:moveTo>
                    <a:pt x="330847" y="78943"/>
                  </a:moveTo>
                  <a:lnTo>
                    <a:pt x="299453" y="78943"/>
                  </a:lnTo>
                  <a:lnTo>
                    <a:pt x="299453" y="1917"/>
                  </a:lnTo>
                  <a:lnTo>
                    <a:pt x="273964" y="1917"/>
                  </a:lnTo>
                  <a:lnTo>
                    <a:pt x="273964" y="99771"/>
                  </a:lnTo>
                  <a:lnTo>
                    <a:pt x="330847" y="99771"/>
                  </a:lnTo>
                  <a:lnTo>
                    <a:pt x="330847" y="78943"/>
                  </a:lnTo>
                  <a:close/>
                </a:path>
                <a:path w="724535" h="101600">
                  <a:moveTo>
                    <a:pt x="472821" y="99771"/>
                  </a:moveTo>
                  <a:lnTo>
                    <a:pt x="468642" y="82638"/>
                  </a:lnTo>
                  <a:lnTo>
                    <a:pt x="463969" y="63461"/>
                  </a:lnTo>
                  <a:lnTo>
                    <a:pt x="453847" y="21932"/>
                  </a:lnTo>
                  <a:lnTo>
                    <a:pt x="448970" y="1917"/>
                  </a:lnTo>
                  <a:lnTo>
                    <a:pt x="440067" y="1917"/>
                  </a:lnTo>
                  <a:lnTo>
                    <a:pt x="440067" y="63461"/>
                  </a:lnTo>
                  <a:lnTo>
                    <a:pt x="425818" y="63461"/>
                  </a:lnTo>
                  <a:lnTo>
                    <a:pt x="432803" y="21932"/>
                  </a:lnTo>
                  <a:lnTo>
                    <a:pt x="433082" y="21932"/>
                  </a:lnTo>
                  <a:lnTo>
                    <a:pt x="440067" y="63461"/>
                  </a:lnTo>
                  <a:lnTo>
                    <a:pt x="440067" y="1917"/>
                  </a:lnTo>
                  <a:lnTo>
                    <a:pt x="416902" y="1917"/>
                  </a:lnTo>
                  <a:lnTo>
                    <a:pt x="394296" y="96329"/>
                  </a:lnTo>
                  <a:lnTo>
                    <a:pt x="394296" y="78943"/>
                  </a:lnTo>
                  <a:lnTo>
                    <a:pt x="362915" y="78943"/>
                  </a:lnTo>
                  <a:lnTo>
                    <a:pt x="362915" y="1917"/>
                  </a:lnTo>
                  <a:lnTo>
                    <a:pt x="337413" y="1917"/>
                  </a:lnTo>
                  <a:lnTo>
                    <a:pt x="337413" y="99771"/>
                  </a:lnTo>
                  <a:lnTo>
                    <a:pt x="393471" y="99771"/>
                  </a:lnTo>
                  <a:lnTo>
                    <a:pt x="394296" y="99771"/>
                  </a:lnTo>
                  <a:lnTo>
                    <a:pt x="420192" y="99771"/>
                  </a:lnTo>
                  <a:lnTo>
                    <a:pt x="422795" y="82638"/>
                  </a:lnTo>
                  <a:lnTo>
                    <a:pt x="443077" y="82638"/>
                  </a:lnTo>
                  <a:lnTo>
                    <a:pt x="445681" y="99771"/>
                  </a:lnTo>
                  <a:lnTo>
                    <a:pt x="472821" y="99771"/>
                  </a:lnTo>
                  <a:close/>
                </a:path>
                <a:path w="724535" h="101600">
                  <a:moveTo>
                    <a:pt x="547243" y="98399"/>
                  </a:moveTo>
                  <a:lnTo>
                    <a:pt x="543128" y="66878"/>
                  </a:lnTo>
                  <a:lnTo>
                    <a:pt x="541985" y="61722"/>
                  </a:lnTo>
                  <a:lnTo>
                    <a:pt x="541286" y="60579"/>
                  </a:lnTo>
                  <a:lnTo>
                    <a:pt x="537425" y="54229"/>
                  </a:lnTo>
                  <a:lnTo>
                    <a:pt x="533209" y="52082"/>
                  </a:lnTo>
                  <a:lnTo>
                    <a:pt x="527100" y="51536"/>
                  </a:lnTo>
                  <a:lnTo>
                    <a:pt x="527100" y="51257"/>
                  </a:lnTo>
                  <a:lnTo>
                    <a:pt x="532942" y="50342"/>
                  </a:lnTo>
                  <a:lnTo>
                    <a:pt x="537184" y="47879"/>
                  </a:lnTo>
                  <a:lnTo>
                    <a:pt x="540207" y="43307"/>
                  </a:lnTo>
                  <a:lnTo>
                    <a:pt x="542493" y="39839"/>
                  </a:lnTo>
                  <a:lnTo>
                    <a:pt x="543814" y="34544"/>
                  </a:lnTo>
                  <a:lnTo>
                    <a:pt x="543814" y="24218"/>
                  </a:lnTo>
                  <a:lnTo>
                    <a:pt x="543344" y="20739"/>
                  </a:lnTo>
                  <a:lnTo>
                    <a:pt x="543204" y="20281"/>
                  </a:lnTo>
                  <a:lnTo>
                    <a:pt x="541413" y="14351"/>
                  </a:lnTo>
                  <a:lnTo>
                    <a:pt x="521792" y="1917"/>
                  </a:lnTo>
                  <a:lnTo>
                    <a:pt x="518325" y="1917"/>
                  </a:lnTo>
                  <a:lnTo>
                    <a:pt x="518325" y="27546"/>
                  </a:lnTo>
                  <a:lnTo>
                    <a:pt x="518325" y="35128"/>
                  </a:lnTo>
                  <a:lnTo>
                    <a:pt x="517448" y="37947"/>
                  </a:lnTo>
                  <a:lnTo>
                    <a:pt x="513981" y="42240"/>
                  </a:lnTo>
                  <a:lnTo>
                    <a:pt x="511289" y="43307"/>
                  </a:lnTo>
                  <a:lnTo>
                    <a:pt x="502564" y="43307"/>
                  </a:lnTo>
                  <a:lnTo>
                    <a:pt x="502564" y="20281"/>
                  </a:lnTo>
                  <a:lnTo>
                    <a:pt x="511340" y="20281"/>
                  </a:lnTo>
                  <a:lnTo>
                    <a:pt x="514096" y="21158"/>
                  </a:lnTo>
                  <a:lnTo>
                    <a:pt x="517474" y="24625"/>
                  </a:lnTo>
                  <a:lnTo>
                    <a:pt x="518325" y="27546"/>
                  </a:lnTo>
                  <a:lnTo>
                    <a:pt x="518325" y="1917"/>
                  </a:lnTo>
                  <a:lnTo>
                    <a:pt x="477075" y="1917"/>
                  </a:lnTo>
                  <a:lnTo>
                    <a:pt x="477075" y="99771"/>
                  </a:lnTo>
                  <a:lnTo>
                    <a:pt x="502564" y="99771"/>
                  </a:lnTo>
                  <a:lnTo>
                    <a:pt x="502564" y="60579"/>
                  </a:lnTo>
                  <a:lnTo>
                    <a:pt x="510832" y="60579"/>
                  </a:lnTo>
                  <a:lnTo>
                    <a:pt x="517753" y="86639"/>
                  </a:lnTo>
                  <a:lnTo>
                    <a:pt x="517855" y="88468"/>
                  </a:lnTo>
                  <a:lnTo>
                    <a:pt x="520103" y="99771"/>
                  </a:lnTo>
                  <a:lnTo>
                    <a:pt x="547243" y="99771"/>
                  </a:lnTo>
                  <a:lnTo>
                    <a:pt x="547243" y="98399"/>
                  </a:lnTo>
                  <a:close/>
                </a:path>
                <a:path w="724535" h="101600">
                  <a:moveTo>
                    <a:pt x="580263" y="1917"/>
                  </a:moveTo>
                  <a:lnTo>
                    <a:pt x="554774" y="1917"/>
                  </a:lnTo>
                  <a:lnTo>
                    <a:pt x="554774" y="99771"/>
                  </a:lnTo>
                  <a:lnTo>
                    <a:pt x="580263" y="99771"/>
                  </a:lnTo>
                  <a:lnTo>
                    <a:pt x="580263" y="1917"/>
                  </a:lnTo>
                  <a:close/>
                </a:path>
                <a:path w="724535" h="101600">
                  <a:moveTo>
                    <a:pt x="650582" y="78943"/>
                  </a:moveTo>
                  <a:lnTo>
                    <a:pt x="616864" y="78943"/>
                  </a:lnTo>
                  <a:lnTo>
                    <a:pt x="616864" y="59474"/>
                  </a:lnTo>
                  <a:lnTo>
                    <a:pt x="647280" y="59474"/>
                  </a:lnTo>
                  <a:lnTo>
                    <a:pt x="647280" y="39471"/>
                  </a:lnTo>
                  <a:lnTo>
                    <a:pt x="616864" y="39471"/>
                  </a:lnTo>
                  <a:lnTo>
                    <a:pt x="616864" y="22745"/>
                  </a:lnTo>
                  <a:lnTo>
                    <a:pt x="649338" y="22745"/>
                  </a:lnTo>
                  <a:lnTo>
                    <a:pt x="649338" y="1917"/>
                  </a:lnTo>
                  <a:lnTo>
                    <a:pt x="591375" y="1917"/>
                  </a:lnTo>
                  <a:lnTo>
                    <a:pt x="591375" y="99771"/>
                  </a:lnTo>
                  <a:lnTo>
                    <a:pt x="650582" y="99771"/>
                  </a:lnTo>
                  <a:lnTo>
                    <a:pt x="650582" y="78943"/>
                  </a:lnTo>
                  <a:close/>
                </a:path>
                <a:path w="724535" h="101600">
                  <a:moveTo>
                    <a:pt x="724446" y="65608"/>
                  </a:moveTo>
                  <a:lnTo>
                    <a:pt x="690499" y="37007"/>
                  </a:lnTo>
                  <a:lnTo>
                    <a:pt x="687920" y="35382"/>
                  </a:lnTo>
                  <a:lnTo>
                    <a:pt x="683818" y="31635"/>
                  </a:lnTo>
                  <a:lnTo>
                    <a:pt x="682790" y="29095"/>
                  </a:lnTo>
                  <a:lnTo>
                    <a:pt x="682790" y="23710"/>
                  </a:lnTo>
                  <a:lnTo>
                    <a:pt x="683425" y="21717"/>
                  </a:lnTo>
                  <a:lnTo>
                    <a:pt x="685977" y="18161"/>
                  </a:lnTo>
                  <a:lnTo>
                    <a:pt x="687984" y="17272"/>
                  </a:lnTo>
                  <a:lnTo>
                    <a:pt x="693204" y="17272"/>
                  </a:lnTo>
                  <a:lnTo>
                    <a:pt x="695032" y="18300"/>
                  </a:lnTo>
                  <a:lnTo>
                    <a:pt x="697395" y="22415"/>
                  </a:lnTo>
                  <a:lnTo>
                    <a:pt x="697992" y="24892"/>
                  </a:lnTo>
                  <a:lnTo>
                    <a:pt x="697992" y="27825"/>
                  </a:lnTo>
                  <a:lnTo>
                    <a:pt x="697992" y="30149"/>
                  </a:lnTo>
                  <a:lnTo>
                    <a:pt x="721842" y="30149"/>
                  </a:lnTo>
                  <a:lnTo>
                    <a:pt x="721842" y="19646"/>
                  </a:lnTo>
                  <a:lnTo>
                    <a:pt x="719353" y="11988"/>
                  </a:lnTo>
                  <a:lnTo>
                    <a:pt x="709396" y="2400"/>
                  </a:lnTo>
                  <a:lnTo>
                    <a:pt x="701332" y="0"/>
                  </a:lnTo>
                  <a:lnTo>
                    <a:pt x="679411" y="0"/>
                  </a:lnTo>
                  <a:lnTo>
                    <a:pt x="671360" y="2603"/>
                  </a:lnTo>
                  <a:lnTo>
                    <a:pt x="660768" y="13017"/>
                  </a:lnTo>
                  <a:lnTo>
                    <a:pt x="658114" y="20612"/>
                  </a:lnTo>
                  <a:lnTo>
                    <a:pt x="658114" y="36322"/>
                  </a:lnTo>
                  <a:lnTo>
                    <a:pt x="690753" y="63893"/>
                  </a:lnTo>
                  <a:lnTo>
                    <a:pt x="693229" y="65493"/>
                  </a:lnTo>
                  <a:lnTo>
                    <a:pt x="697153" y="69240"/>
                  </a:lnTo>
                  <a:lnTo>
                    <a:pt x="698131" y="71767"/>
                  </a:lnTo>
                  <a:lnTo>
                    <a:pt x="698131" y="77622"/>
                  </a:lnTo>
                  <a:lnTo>
                    <a:pt x="697420" y="79857"/>
                  </a:lnTo>
                  <a:lnTo>
                    <a:pt x="694601" y="83502"/>
                  </a:lnTo>
                  <a:lnTo>
                    <a:pt x="692556" y="84416"/>
                  </a:lnTo>
                  <a:lnTo>
                    <a:pt x="687451" y="84416"/>
                  </a:lnTo>
                  <a:lnTo>
                    <a:pt x="685431" y="83578"/>
                  </a:lnTo>
                  <a:lnTo>
                    <a:pt x="682332" y="80200"/>
                  </a:lnTo>
                  <a:lnTo>
                    <a:pt x="681545" y="77254"/>
                  </a:lnTo>
                  <a:lnTo>
                    <a:pt x="681545" y="70713"/>
                  </a:lnTo>
                  <a:lnTo>
                    <a:pt x="656882" y="70713"/>
                  </a:lnTo>
                  <a:lnTo>
                    <a:pt x="656882" y="79260"/>
                  </a:lnTo>
                  <a:lnTo>
                    <a:pt x="657618" y="83553"/>
                  </a:lnTo>
                  <a:lnTo>
                    <a:pt x="684479" y="101282"/>
                  </a:lnTo>
                  <a:lnTo>
                    <a:pt x="689775" y="101282"/>
                  </a:lnTo>
                  <a:lnTo>
                    <a:pt x="724446" y="81953"/>
                  </a:lnTo>
                  <a:lnTo>
                    <a:pt x="724446" y="65608"/>
                  </a:lnTo>
                  <a:close/>
                </a:path>
              </a:pathLst>
            </a:custGeom>
            <a:solidFill>
              <a:srgbClr val="3532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37942" y="3727476"/>
              <a:ext cx="288771" cy="10127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38172" y="3889925"/>
              <a:ext cx="495849" cy="10127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179125" y="3727482"/>
              <a:ext cx="525145" cy="264160"/>
            </a:xfrm>
            <a:custGeom>
              <a:avLst/>
              <a:gdLst/>
              <a:ahLst/>
              <a:cxnLst/>
              <a:rect l="l" t="t" r="r" b="b"/>
              <a:pathLst>
                <a:path w="525145" h="264160">
                  <a:moveTo>
                    <a:pt x="61544" y="78943"/>
                  </a:moveTo>
                  <a:lnTo>
                    <a:pt x="27825" y="78943"/>
                  </a:lnTo>
                  <a:lnTo>
                    <a:pt x="27825" y="59474"/>
                  </a:lnTo>
                  <a:lnTo>
                    <a:pt x="58254" y="59474"/>
                  </a:lnTo>
                  <a:lnTo>
                    <a:pt x="58254" y="39471"/>
                  </a:lnTo>
                  <a:lnTo>
                    <a:pt x="27825" y="39471"/>
                  </a:lnTo>
                  <a:lnTo>
                    <a:pt x="27825" y="22745"/>
                  </a:lnTo>
                  <a:lnTo>
                    <a:pt x="60312" y="22745"/>
                  </a:lnTo>
                  <a:lnTo>
                    <a:pt x="60312" y="1917"/>
                  </a:lnTo>
                  <a:lnTo>
                    <a:pt x="2336" y="1917"/>
                  </a:lnTo>
                  <a:lnTo>
                    <a:pt x="2336" y="99771"/>
                  </a:lnTo>
                  <a:lnTo>
                    <a:pt x="61544" y="99771"/>
                  </a:lnTo>
                  <a:lnTo>
                    <a:pt x="61544" y="78943"/>
                  </a:lnTo>
                  <a:close/>
                </a:path>
                <a:path w="525145" h="264160">
                  <a:moveTo>
                    <a:pt x="93738" y="164363"/>
                  </a:moveTo>
                  <a:lnTo>
                    <a:pt x="57289" y="164363"/>
                  </a:lnTo>
                  <a:lnTo>
                    <a:pt x="47015" y="222338"/>
                  </a:lnTo>
                  <a:lnTo>
                    <a:pt x="46736" y="222338"/>
                  </a:lnTo>
                  <a:lnTo>
                    <a:pt x="36449" y="164363"/>
                  </a:lnTo>
                  <a:lnTo>
                    <a:pt x="0" y="164363"/>
                  </a:lnTo>
                  <a:lnTo>
                    <a:pt x="0" y="262216"/>
                  </a:lnTo>
                  <a:lnTo>
                    <a:pt x="23850" y="262216"/>
                  </a:lnTo>
                  <a:lnTo>
                    <a:pt x="23850" y="189306"/>
                  </a:lnTo>
                  <a:lnTo>
                    <a:pt x="24130" y="189306"/>
                  </a:lnTo>
                  <a:lnTo>
                    <a:pt x="37693" y="262216"/>
                  </a:lnTo>
                  <a:lnTo>
                    <a:pt x="56057" y="262216"/>
                  </a:lnTo>
                  <a:lnTo>
                    <a:pt x="69621" y="189306"/>
                  </a:lnTo>
                  <a:lnTo>
                    <a:pt x="69900" y="189306"/>
                  </a:lnTo>
                  <a:lnTo>
                    <a:pt x="69900" y="262216"/>
                  </a:lnTo>
                  <a:lnTo>
                    <a:pt x="93738" y="262216"/>
                  </a:lnTo>
                  <a:lnTo>
                    <a:pt x="93738" y="164363"/>
                  </a:lnTo>
                  <a:close/>
                </a:path>
                <a:path w="525145" h="264160">
                  <a:moveTo>
                    <a:pt x="127736" y="78943"/>
                  </a:moveTo>
                  <a:lnTo>
                    <a:pt x="96354" y="78943"/>
                  </a:lnTo>
                  <a:lnTo>
                    <a:pt x="96354" y="1917"/>
                  </a:lnTo>
                  <a:lnTo>
                    <a:pt x="70853" y="1917"/>
                  </a:lnTo>
                  <a:lnTo>
                    <a:pt x="70853" y="99771"/>
                  </a:lnTo>
                  <a:lnTo>
                    <a:pt x="127736" y="99771"/>
                  </a:lnTo>
                  <a:lnTo>
                    <a:pt x="127736" y="78943"/>
                  </a:lnTo>
                  <a:close/>
                </a:path>
                <a:path w="525145" h="264160">
                  <a:moveTo>
                    <a:pt x="171856" y="204152"/>
                  </a:moveTo>
                  <a:lnTo>
                    <a:pt x="157835" y="167132"/>
                  </a:lnTo>
                  <a:lnTo>
                    <a:pt x="145453" y="162801"/>
                  </a:lnTo>
                  <a:lnTo>
                    <a:pt x="145453" y="201256"/>
                  </a:lnTo>
                  <a:lnTo>
                    <a:pt x="145453" y="225336"/>
                  </a:lnTo>
                  <a:lnTo>
                    <a:pt x="138836" y="246862"/>
                  </a:lnTo>
                  <a:lnTo>
                    <a:pt x="134988" y="246862"/>
                  </a:lnTo>
                  <a:lnTo>
                    <a:pt x="128371" y="225336"/>
                  </a:lnTo>
                  <a:lnTo>
                    <a:pt x="128371" y="201256"/>
                  </a:lnTo>
                  <a:lnTo>
                    <a:pt x="134988" y="179717"/>
                  </a:lnTo>
                  <a:lnTo>
                    <a:pt x="138836" y="179717"/>
                  </a:lnTo>
                  <a:lnTo>
                    <a:pt x="145453" y="201256"/>
                  </a:lnTo>
                  <a:lnTo>
                    <a:pt x="145453" y="162801"/>
                  </a:lnTo>
                  <a:lnTo>
                    <a:pt x="143408" y="162445"/>
                  </a:lnTo>
                  <a:lnTo>
                    <a:pt x="130429" y="162445"/>
                  </a:lnTo>
                  <a:lnTo>
                    <a:pt x="102565" y="196367"/>
                  </a:lnTo>
                  <a:lnTo>
                    <a:pt x="101968" y="204152"/>
                  </a:lnTo>
                  <a:lnTo>
                    <a:pt x="101968" y="222427"/>
                  </a:lnTo>
                  <a:lnTo>
                    <a:pt x="115989" y="259384"/>
                  </a:lnTo>
                  <a:lnTo>
                    <a:pt x="130429" y="263728"/>
                  </a:lnTo>
                  <a:lnTo>
                    <a:pt x="143408" y="263728"/>
                  </a:lnTo>
                  <a:lnTo>
                    <a:pt x="167487" y="246862"/>
                  </a:lnTo>
                  <a:lnTo>
                    <a:pt x="168897" y="243103"/>
                  </a:lnTo>
                  <a:lnTo>
                    <a:pt x="171272" y="230212"/>
                  </a:lnTo>
                  <a:lnTo>
                    <a:pt x="171856" y="222427"/>
                  </a:lnTo>
                  <a:lnTo>
                    <a:pt x="171856" y="204152"/>
                  </a:lnTo>
                  <a:close/>
                </a:path>
                <a:path w="525145" h="264160">
                  <a:moveTo>
                    <a:pt x="193509" y="78943"/>
                  </a:moveTo>
                  <a:lnTo>
                    <a:pt x="159804" y="78943"/>
                  </a:lnTo>
                  <a:lnTo>
                    <a:pt x="159804" y="59474"/>
                  </a:lnTo>
                  <a:lnTo>
                    <a:pt x="190233" y="59474"/>
                  </a:lnTo>
                  <a:lnTo>
                    <a:pt x="190233" y="39471"/>
                  </a:lnTo>
                  <a:lnTo>
                    <a:pt x="159804" y="39471"/>
                  </a:lnTo>
                  <a:lnTo>
                    <a:pt x="159804" y="22745"/>
                  </a:lnTo>
                  <a:lnTo>
                    <a:pt x="192278" y="22745"/>
                  </a:lnTo>
                  <a:lnTo>
                    <a:pt x="192278" y="1917"/>
                  </a:lnTo>
                  <a:lnTo>
                    <a:pt x="134315" y="1917"/>
                  </a:lnTo>
                  <a:lnTo>
                    <a:pt x="134315" y="99771"/>
                  </a:lnTo>
                  <a:lnTo>
                    <a:pt x="193509" y="99771"/>
                  </a:lnTo>
                  <a:lnTo>
                    <a:pt x="193509" y="78943"/>
                  </a:lnTo>
                  <a:close/>
                </a:path>
                <a:path w="525145" h="264160">
                  <a:moveTo>
                    <a:pt x="249847" y="230746"/>
                  </a:moveTo>
                  <a:lnTo>
                    <a:pt x="249504" y="228206"/>
                  </a:lnTo>
                  <a:lnTo>
                    <a:pt x="248132" y="223189"/>
                  </a:lnTo>
                  <a:lnTo>
                    <a:pt x="247065" y="220878"/>
                  </a:lnTo>
                  <a:lnTo>
                    <a:pt x="246456" y="220002"/>
                  </a:lnTo>
                  <a:lnTo>
                    <a:pt x="244144" y="216674"/>
                  </a:lnTo>
                  <a:lnTo>
                    <a:pt x="242265" y="214909"/>
                  </a:lnTo>
                  <a:lnTo>
                    <a:pt x="237693" y="212077"/>
                  </a:lnTo>
                  <a:lnTo>
                    <a:pt x="234950" y="211239"/>
                  </a:lnTo>
                  <a:lnTo>
                    <a:pt x="231762" y="210959"/>
                  </a:lnTo>
                  <a:lnTo>
                    <a:pt x="231762" y="210693"/>
                  </a:lnTo>
                  <a:lnTo>
                    <a:pt x="247103" y="191325"/>
                  </a:lnTo>
                  <a:lnTo>
                    <a:pt x="247103" y="182727"/>
                  </a:lnTo>
                  <a:lnTo>
                    <a:pt x="247103" y="181356"/>
                  </a:lnTo>
                  <a:lnTo>
                    <a:pt x="244932" y="175450"/>
                  </a:lnTo>
                  <a:lnTo>
                    <a:pt x="236258" y="166585"/>
                  </a:lnTo>
                  <a:lnTo>
                    <a:pt x="229514" y="164363"/>
                  </a:lnTo>
                  <a:lnTo>
                    <a:pt x="223532" y="164363"/>
                  </a:lnTo>
                  <a:lnTo>
                    <a:pt x="223532" y="227952"/>
                  </a:lnTo>
                  <a:lnTo>
                    <a:pt x="223532" y="235902"/>
                  </a:lnTo>
                  <a:lnTo>
                    <a:pt x="222618" y="238950"/>
                  </a:lnTo>
                  <a:lnTo>
                    <a:pt x="218973" y="242874"/>
                  </a:lnTo>
                  <a:lnTo>
                    <a:pt x="216865" y="243852"/>
                  </a:lnTo>
                  <a:lnTo>
                    <a:pt x="207365" y="243852"/>
                  </a:lnTo>
                  <a:lnTo>
                    <a:pt x="207365" y="220002"/>
                  </a:lnTo>
                  <a:lnTo>
                    <a:pt x="216865" y="220002"/>
                  </a:lnTo>
                  <a:lnTo>
                    <a:pt x="218973" y="221018"/>
                  </a:lnTo>
                  <a:lnTo>
                    <a:pt x="222618" y="225031"/>
                  </a:lnTo>
                  <a:lnTo>
                    <a:pt x="223532" y="227952"/>
                  </a:lnTo>
                  <a:lnTo>
                    <a:pt x="223532" y="164363"/>
                  </a:lnTo>
                  <a:lnTo>
                    <a:pt x="221615" y="164363"/>
                  </a:lnTo>
                  <a:lnTo>
                    <a:pt x="221615" y="190131"/>
                  </a:lnTo>
                  <a:lnTo>
                    <a:pt x="221615" y="195529"/>
                  </a:lnTo>
                  <a:lnTo>
                    <a:pt x="220929" y="197827"/>
                  </a:lnTo>
                  <a:lnTo>
                    <a:pt x="218186" y="201752"/>
                  </a:lnTo>
                  <a:lnTo>
                    <a:pt x="216179" y="202742"/>
                  </a:lnTo>
                  <a:lnTo>
                    <a:pt x="207365" y="202742"/>
                  </a:lnTo>
                  <a:lnTo>
                    <a:pt x="207365" y="182727"/>
                  </a:lnTo>
                  <a:lnTo>
                    <a:pt x="216179" y="182727"/>
                  </a:lnTo>
                  <a:lnTo>
                    <a:pt x="218186" y="183743"/>
                  </a:lnTo>
                  <a:lnTo>
                    <a:pt x="220929" y="187756"/>
                  </a:lnTo>
                  <a:lnTo>
                    <a:pt x="221615" y="190131"/>
                  </a:lnTo>
                  <a:lnTo>
                    <a:pt x="221615" y="164363"/>
                  </a:lnTo>
                  <a:lnTo>
                    <a:pt x="181876" y="164363"/>
                  </a:lnTo>
                  <a:lnTo>
                    <a:pt x="181876" y="262216"/>
                  </a:lnTo>
                  <a:lnTo>
                    <a:pt x="225679" y="262216"/>
                  </a:lnTo>
                  <a:lnTo>
                    <a:pt x="230200" y="261518"/>
                  </a:lnTo>
                  <a:lnTo>
                    <a:pt x="248539" y="243852"/>
                  </a:lnTo>
                  <a:lnTo>
                    <a:pt x="249301" y="241388"/>
                  </a:lnTo>
                  <a:lnTo>
                    <a:pt x="249847" y="237502"/>
                  </a:lnTo>
                  <a:lnTo>
                    <a:pt x="249847" y="230746"/>
                  </a:lnTo>
                  <a:close/>
                </a:path>
                <a:path w="525145" h="264160">
                  <a:moveTo>
                    <a:pt x="267246" y="60439"/>
                  </a:moveTo>
                  <a:lnTo>
                    <a:pt x="242582" y="60439"/>
                  </a:lnTo>
                  <a:lnTo>
                    <a:pt x="242468" y="68961"/>
                  </a:lnTo>
                  <a:lnTo>
                    <a:pt x="242011" y="75082"/>
                  </a:lnTo>
                  <a:lnTo>
                    <a:pt x="236461" y="84416"/>
                  </a:lnTo>
                  <a:lnTo>
                    <a:pt x="232994" y="84416"/>
                  </a:lnTo>
                  <a:lnTo>
                    <a:pt x="226275" y="44272"/>
                  </a:lnTo>
                  <a:lnTo>
                    <a:pt x="226733" y="30124"/>
                  </a:lnTo>
                  <a:lnTo>
                    <a:pt x="232994" y="17272"/>
                  </a:lnTo>
                  <a:lnTo>
                    <a:pt x="237375" y="17272"/>
                  </a:lnTo>
                  <a:lnTo>
                    <a:pt x="241896" y="37134"/>
                  </a:lnTo>
                  <a:lnTo>
                    <a:pt x="266560" y="37134"/>
                  </a:lnTo>
                  <a:lnTo>
                    <a:pt x="245554" y="723"/>
                  </a:lnTo>
                  <a:lnTo>
                    <a:pt x="240665" y="0"/>
                  </a:lnTo>
                  <a:lnTo>
                    <a:pt x="228333" y="0"/>
                  </a:lnTo>
                  <a:lnTo>
                    <a:pt x="200533" y="33616"/>
                  </a:lnTo>
                  <a:lnTo>
                    <a:pt x="199961" y="41529"/>
                  </a:lnTo>
                  <a:lnTo>
                    <a:pt x="199961" y="59982"/>
                  </a:lnTo>
                  <a:lnTo>
                    <a:pt x="212801" y="96939"/>
                  </a:lnTo>
                  <a:lnTo>
                    <a:pt x="227774" y="101282"/>
                  </a:lnTo>
                  <a:lnTo>
                    <a:pt x="239014" y="101282"/>
                  </a:lnTo>
                  <a:lnTo>
                    <a:pt x="267246" y="74549"/>
                  </a:lnTo>
                  <a:lnTo>
                    <a:pt x="267246" y="60439"/>
                  </a:lnTo>
                  <a:close/>
                </a:path>
                <a:path w="525145" h="264160">
                  <a:moveTo>
                    <a:pt x="284238" y="164363"/>
                  </a:moveTo>
                  <a:lnTo>
                    <a:pt x="258749" y="164363"/>
                  </a:lnTo>
                  <a:lnTo>
                    <a:pt x="258749" y="262216"/>
                  </a:lnTo>
                  <a:lnTo>
                    <a:pt x="284238" y="262216"/>
                  </a:lnTo>
                  <a:lnTo>
                    <a:pt x="284238" y="164363"/>
                  </a:lnTo>
                  <a:close/>
                </a:path>
                <a:path w="525145" h="264160">
                  <a:moveTo>
                    <a:pt x="333997" y="1917"/>
                  </a:moveTo>
                  <a:lnTo>
                    <a:pt x="270395" y="1917"/>
                  </a:lnTo>
                  <a:lnTo>
                    <a:pt x="270395" y="23571"/>
                  </a:lnTo>
                  <a:lnTo>
                    <a:pt x="289306" y="23571"/>
                  </a:lnTo>
                  <a:lnTo>
                    <a:pt x="289306" y="99771"/>
                  </a:lnTo>
                  <a:lnTo>
                    <a:pt x="314807" y="99771"/>
                  </a:lnTo>
                  <a:lnTo>
                    <a:pt x="314807" y="23571"/>
                  </a:lnTo>
                  <a:lnTo>
                    <a:pt x="333997" y="23571"/>
                  </a:lnTo>
                  <a:lnTo>
                    <a:pt x="333997" y="1917"/>
                  </a:lnTo>
                  <a:close/>
                </a:path>
                <a:path w="525145" h="264160">
                  <a:moveTo>
                    <a:pt x="352221" y="241388"/>
                  </a:moveTo>
                  <a:lnTo>
                    <a:pt x="320827" y="241388"/>
                  </a:lnTo>
                  <a:lnTo>
                    <a:pt x="320827" y="164363"/>
                  </a:lnTo>
                  <a:lnTo>
                    <a:pt x="295338" y="164363"/>
                  </a:lnTo>
                  <a:lnTo>
                    <a:pt x="295338" y="262216"/>
                  </a:lnTo>
                  <a:lnTo>
                    <a:pt x="352221" y="262216"/>
                  </a:lnTo>
                  <a:lnTo>
                    <a:pt x="352221" y="241388"/>
                  </a:lnTo>
                  <a:close/>
                </a:path>
                <a:path w="525145" h="264160">
                  <a:moveTo>
                    <a:pt x="383324" y="164363"/>
                  </a:moveTo>
                  <a:lnTo>
                    <a:pt x="357835" y="164363"/>
                  </a:lnTo>
                  <a:lnTo>
                    <a:pt x="357835" y="262216"/>
                  </a:lnTo>
                  <a:lnTo>
                    <a:pt x="383324" y="262216"/>
                  </a:lnTo>
                  <a:lnTo>
                    <a:pt x="383324" y="164363"/>
                  </a:lnTo>
                  <a:close/>
                </a:path>
                <a:path w="525145" h="264160">
                  <a:moveTo>
                    <a:pt x="409917" y="98399"/>
                  </a:moveTo>
                  <a:lnTo>
                    <a:pt x="405803" y="66878"/>
                  </a:lnTo>
                  <a:lnTo>
                    <a:pt x="404660" y="61722"/>
                  </a:lnTo>
                  <a:lnTo>
                    <a:pt x="403974" y="60579"/>
                  </a:lnTo>
                  <a:lnTo>
                    <a:pt x="400088" y="54229"/>
                  </a:lnTo>
                  <a:lnTo>
                    <a:pt x="395897" y="52082"/>
                  </a:lnTo>
                  <a:lnTo>
                    <a:pt x="389775" y="51536"/>
                  </a:lnTo>
                  <a:lnTo>
                    <a:pt x="389775" y="51257"/>
                  </a:lnTo>
                  <a:lnTo>
                    <a:pt x="406488" y="34531"/>
                  </a:lnTo>
                  <a:lnTo>
                    <a:pt x="406488" y="24206"/>
                  </a:lnTo>
                  <a:lnTo>
                    <a:pt x="384467" y="1917"/>
                  </a:lnTo>
                  <a:lnTo>
                    <a:pt x="381000" y="1917"/>
                  </a:lnTo>
                  <a:lnTo>
                    <a:pt x="381000" y="27546"/>
                  </a:lnTo>
                  <a:lnTo>
                    <a:pt x="381000" y="35128"/>
                  </a:lnTo>
                  <a:lnTo>
                    <a:pt x="380123" y="37947"/>
                  </a:lnTo>
                  <a:lnTo>
                    <a:pt x="376656" y="42240"/>
                  </a:lnTo>
                  <a:lnTo>
                    <a:pt x="373964" y="43307"/>
                  </a:lnTo>
                  <a:lnTo>
                    <a:pt x="365239" y="43307"/>
                  </a:lnTo>
                  <a:lnTo>
                    <a:pt x="365239" y="20281"/>
                  </a:lnTo>
                  <a:lnTo>
                    <a:pt x="374015" y="20281"/>
                  </a:lnTo>
                  <a:lnTo>
                    <a:pt x="376770" y="21158"/>
                  </a:lnTo>
                  <a:lnTo>
                    <a:pt x="380149" y="24625"/>
                  </a:lnTo>
                  <a:lnTo>
                    <a:pt x="381000" y="27546"/>
                  </a:lnTo>
                  <a:lnTo>
                    <a:pt x="381000" y="1917"/>
                  </a:lnTo>
                  <a:lnTo>
                    <a:pt x="339750" y="1917"/>
                  </a:lnTo>
                  <a:lnTo>
                    <a:pt x="339750" y="99771"/>
                  </a:lnTo>
                  <a:lnTo>
                    <a:pt x="365239" y="99771"/>
                  </a:lnTo>
                  <a:lnTo>
                    <a:pt x="365239" y="60579"/>
                  </a:lnTo>
                  <a:lnTo>
                    <a:pt x="373507" y="60579"/>
                  </a:lnTo>
                  <a:lnTo>
                    <a:pt x="380428" y="86639"/>
                  </a:lnTo>
                  <a:lnTo>
                    <a:pt x="380530" y="88468"/>
                  </a:lnTo>
                  <a:lnTo>
                    <a:pt x="382778" y="99771"/>
                  </a:lnTo>
                  <a:lnTo>
                    <a:pt x="409917" y="99771"/>
                  </a:lnTo>
                  <a:lnTo>
                    <a:pt x="409917" y="98399"/>
                  </a:lnTo>
                  <a:close/>
                </a:path>
                <a:path w="525145" h="264160">
                  <a:moveTo>
                    <a:pt x="442950" y="1917"/>
                  </a:moveTo>
                  <a:lnTo>
                    <a:pt x="417461" y="1917"/>
                  </a:lnTo>
                  <a:lnTo>
                    <a:pt x="417461" y="99771"/>
                  </a:lnTo>
                  <a:lnTo>
                    <a:pt x="442950" y="99771"/>
                  </a:lnTo>
                  <a:lnTo>
                    <a:pt x="442950" y="1917"/>
                  </a:lnTo>
                  <a:close/>
                </a:path>
                <a:path w="525145" h="264160">
                  <a:moveTo>
                    <a:pt x="518464" y="60439"/>
                  </a:moveTo>
                  <a:lnTo>
                    <a:pt x="493788" y="60439"/>
                  </a:lnTo>
                  <a:lnTo>
                    <a:pt x="493674" y="68961"/>
                  </a:lnTo>
                  <a:lnTo>
                    <a:pt x="493217" y="75082"/>
                  </a:lnTo>
                  <a:lnTo>
                    <a:pt x="487667" y="84416"/>
                  </a:lnTo>
                  <a:lnTo>
                    <a:pt x="484200" y="84416"/>
                  </a:lnTo>
                  <a:lnTo>
                    <a:pt x="477481" y="44272"/>
                  </a:lnTo>
                  <a:lnTo>
                    <a:pt x="477939" y="30124"/>
                  </a:lnTo>
                  <a:lnTo>
                    <a:pt x="484200" y="17272"/>
                  </a:lnTo>
                  <a:lnTo>
                    <a:pt x="488581" y="17272"/>
                  </a:lnTo>
                  <a:lnTo>
                    <a:pt x="490372" y="18275"/>
                  </a:lnTo>
                  <a:lnTo>
                    <a:pt x="491464" y="20281"/>
                  </a:lnTo>
                  <a:lnTo>
                    <a:pt x="492556" y="22288"/>
                  </a:lnTo>
                  <a:lnTo>
                    <a:pt x="493102" y="26085"/>
                  </a:lnTo>
                  <a:lnTo>
                    <a:pt x="493102" y="37134"/>
                  </a:lnTo>
                  <a:lnTo>
                    <a:pt x="517779" y="37134"/>
                  </a:lnTo>
                  <a:lnTo>
                    <a:pt x="496760" y="723"/>
                  </a:lnTo>
                  <a:lnTo>
                    <a:pt x="491871" y="0"/>
                  </a:lnTo>
                  <a:lnTo>
                    <a:pt x="479539" y="0"/>
                  </a:lnTo>
                  <a:lnTo>
                    <a:pt x="451739" y="33616"/>
                  </a:lnTo>
                  <a:lnTo>
                    <a:pt x="451167" y="41529"/>
                  </a:lnTo>
                  <a:lnTo>
                    <a:pt x="451167" y="59982"/>
                  </a:lnTo>
                  <a:lnTo>
                    <a:pt x="464007" y="96939"/>
                  </a:lnTo>
                  <a:lnTo>
                    <a:pt x="478993" y="101282"/>
                  </a:lnTo>
                  <a:lnTo>
                    <a:pt x="490232" y="101282"/>
                  </a:lnTo>
                  <a:lnTo>
                    <a:pt x="518464" y="74549"/>
                  </a:lnTo>
                  <a:lnTo>
                    <a:pt x="518464" y="60439"/>
                  </a:lnTo>
                  <a:close/>
                </a:path>
                <a:path w="525145" h="264160">
                  <a:moveTo>
                    <a:pt x="525030" y="164363"/>
                  </a:moveTo>
                  <a:lnTo>
                    <a:pt x="497078" y="164363"/>
                  </a:lnTo>
                  <a:lnTo>
                    <a:pt x="487476" y="198488"/>
                  </a:lnTo>
                  <a:lnTo>
                    <a:pt x="487210" y="198488"/>
                  </a:lnTo>
                  <a:lnTo>
                    <a:pt x="477621" y="164363"/>
                  </a:lnTo>
                  <a:lnTo>
                    <a:pt x="451993" y="164363"/>
                  </a:lnTo>
                  <a:lnTo>
                    <a:pt x="450075" y="164363"/>
                  </a:lnTo>
                  <a:lnTo>
                    <a:pt x="388404" y="164363"/>
                  </a:lnTo>
                  <a:lnTo>
                    <a:pt x="388404" y="186016"/>
                  </a:lnTo>
                  <a:lnTo>
                    <a:pt x="407314" y="186016"/>
                  </a:lnTo>
                  <a:lnTo>
                    <a:pt x="407314" y="262216"/>
                  </a:lnTo>
                  <a:lnTo>
                    <a:pt x="432816" y="262216"/>
                  </a:lnTo>
                  <a:lnTo>
                    <a:pt x="432816" y="186016"/>
                  </a:lnTo>
                  <a:lnTo>
                    <a:pt x="451993" y="186016"/>
                  </a:lnTo>
                  <a:lnTo>
                    <a:pt x="451993" y="169011"/>
                  </a:lnTo>
                  <a:lnTo>
                    <a:pt x="474599" y="223710"/>
                  </a:lnTo>
                  <a:lnTo>
                    <a:pt x="474599" y="262216"/>
                  </a:lnTo>
                  <a:lnTo>
                    <a:pt x="500087" y="262216"/>
                  </a:lnTo>
                  <a:lnTo>
                    <a:pt x="500087" y="223710"/>
                  </a:lnTo>
                  <a:lnTo>
                    <a:pt x="525030" y="164363"/>
                  </a:lnTo>
                  <a:close/>
                </a:path>
              </a:pathLst>
            </a:custGeom>
            <a:solidFill>
              <a:srgbClr val="35329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object 31"/>
            <p:cNvSpPr/>
            <p:nvPr/>
          </p:nvSpPr>
          <p:spPr>
            <a:xfrm>
              <a:off x="2097666" y="3687482"/>
              <a:ext cx="1903730" cy="374015"/>
            </a:xfrm>
            <a:custGeom>
              <a:avLst/>
              <a:gdLst/>
              <a:ahLst/>
              <a:cxnLst/>
              <a:rect l="l" t="t" r="r" b="b"/>
              <a:pathLst>
                <a:path w="1903729" h="374014">
                  <a:moveTo>
                    <a:pt x="0" y="0"/>
                  </a:moveTo>
                  <a:lnTo>
                    <a:pt x="0" y="373432"/>
                  </a:lnTo>
                </a:path>
                <a:path w="1903729" h="374014">
                  <a:moveTo>
                    <a:pt x="1065559" y="0"/>
                  </a:moveTo>
                  <a:lnTo>
                    <a:pt x="1065559" y="373432"/>
                  </a:lnTo>
                </a:path>
                <a:path w="1903729" h="374014">
                  <a:moveTo>
                    <a:pt x="1903514" y="0"/>
                  </a:moveTo>
                  <a:lnTo>
                    <a:pt x="1903514" y="373432"/>
                  </a:lnTo>
                </a:path>
              </a:pathLst>
            </a:custGeom>
            <a:ln w="25401">
              <a:solidFill>
                <a:srgbClr val="F27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133568" y="6461150"/>
            <a:ext cx="1948180" cy="335280"/>
          </a:xfrm>
          <a:prstGeom prst="rect">
            <a:avLst/>
          </a:prstGeom>
          <a:solidFill>
            <a:srgbClr val="283890"/>
          </a:solidFill>
          <a:ln w="19051">
            <a:solidFill>
              <a:srgbClr val="353297"/>
            </a:solidFill>
          </a:ln>
        </p:spPr>
        <p:txBody>
          <a:bodyPr vert="horz" wrap="square" lIns="0" tIns="62229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489"/>
              </a:spcBef>
            </a:pPr>
            <a:r>
              <a:rPr sz="1250" b="1" spc="-200" dirty="0">
                <a:solidFill>
                  <a:srgbClr val="FFFFFF"/>
                </a:solidFill>
                <a:latin typeface="Tahoma"/>
                <a:cs typeface="Tahoma"/>
              </a:rPr>
              <a:t>17th</a:t>
            </a:r>
            <a:r>
              <a:rPr sz="125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65" dirty="0">
                <a:solidFill>
                  <a:srgbClr val="FFFFFF"/>
                </a:solidFill>
                <a:latin typeface="Tahoma"/>
                <a:cs typeface="Tahoma"/>
              </a:rPr>
              <a:t>May</a:t>
            </a:r>
            <a:r>
              <a:rPr sz="125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5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25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70" dirty="0">
                <a:solidFill>
                  <a:srgbClr val="FFFFFF"/>
                </a:solidFill>
                <a:latin typeface="Tahoma"/>
                <a:cs typeface="Tahoma"/>
              </a:rPr>
              <a:t>31st</a:t>
            </a:r>
            <a:r>
              <a:rPr sz="125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65" dirty="0">
                <a:solidFill>
                  <a:srgbClr val="FFFFFF"/>
                </a:solidFill>
                <a:latin typeface="Tahoma"/>
                <a:cs typeface="Tahoma"/>
              </a:rPr>
              <a:t>May</a:t>
            </a:r>
            <a:r>
              <a:rPr sz="1250" b="1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95" dirty="0">
                <a:solidFill>
                  <a:srgbClr val="FFFFFF"/>
                </a:solidFill>
                <a:latin typeface="Tahoma"/>
                <a:cs typeface="Tahoma"/>
              </a:rPr>
              <a:t>2024</a:t>
            </a:r>
            <a:endParaRPr sz="1250" dirty="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90706" y="6461150"/>
            <a:ext cx="1043305" cy="335280"/>
          </a:xfrm>
          <a:prstGeom prst="rect">
            <a:avLst/>
          </a:prstGeom>
          <a:ln w="19051">
            <a:solidFill>
              <a:srgbClr val="353297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465"/>
              </a:spcBef>
            </a:pPr>
            <a:r>
              <a:rPr sz="1250" b="1" spc="-160" dirty="0">
                <a:solidFill>
                  <a:srgbClr val="3C2B98"/>
                </a:solidFill>
                <a:latin typeface="Tahoma"/>
                <a:cs typeface="Tahoma"/>
              </a:rPr>
              <a:t>NFO</a:t>
            </a:r>
            <a:r>
              <a:rPr sz="1250" b="1" spc="-7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50" b="1" spc="-135" dirty="0">
                <a:solidFill>
                  <a:srgbClr val="3C2B98"/>
                </a:solidFill>
                <a:latin typeface="Tahoma"/>
                <a:cs typeface="Tahoma"/>
              </a:rPr>
              <a:t>Period:</a:t>
            </a:r>
            <a:endParaRPr sz="1250" dirty="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0847" y="6999237"/>
            <a:ext cx="47390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The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classiﬁcaNon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of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companies </a:t>
            </a:r>
            <a:r>
              <a:rPr sz="700" i="1" spc="-15" dirty="0">
                <a:solidFill>
                  <a:srgbClr val="151616"/>
                </a:solidFill>
                <a:latin typeface="Arial"/>
                <a:cs typeface="Arial"/>
              </a:rPr>
              <a:t>following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the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automoNve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&amp;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allied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business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5" dirty="0">
                <a:solidFill>
                  <a:srgbClr val="151616"/>
                </a:solidFill>
                <a:latin typeface="Arial"/>
                <a:cs typeface="Arial"/>
              </a:rPr>
              <a:t>acNviNes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theme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151616"/>
                </a:solidFill>
                <a:latin typeface="Arial"/>
                <a:cs typeface="Arial"/>
              </a:rPr>
              <a:t>will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be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largely</a:t>
            </a:r>
            <a:r>
              <a:rPr sz="700" i="1" spc="-5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guided 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by</a:t>
            </a:r>
            <a:r>
              <a:rPr sz="700" i="1" spc="-7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AMFI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industry </a:t>
            </a:r>
            <a:r>
              <a:rPr sz="700" i="1" spc="-18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classiﬁcaNon.</a:t>
            </a:r>
            <a:r>
              <a:rPr sz="700" i="1" spc="-10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For</a:t>
            </a:r>
            <a:r>
              <a:rPr sz="700" i="1" spc="-11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more</a:t>
            </a:r>
            <a:r>
              <a:rPr sz="700" i="1" spc="-10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details,</a:t>
            </a:r>
            <a:r>
              <a:rPr sz="700" i="1" spc="-10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refer</a:t>
            </a:r>
            <a:r>
              <a:rPr sz="700" i="1" spc="-11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5" dirty="0">
                <a:solidFill>
                  <a:srgbClr val="151616"/>
                </a:solidFill>
                <a:latin typeface="Arial"/>
                <a:cs typeface="Arial"/>
              </a:rPr>
              <a:t>Scheme</a:t>
            </a:r>
            <a:r>
              <a:rPr sz="700" i="1" spc="-10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InformaNon</a:t>
            </a:r>
            <a:r>
              <a:rPr sz="700" i="1" spc="-10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Document.</a:t>
            </a:r>
            <a:endParaRPr sz="700" dirty="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4317" y="2703650"/>
            <a:ext cx="350583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b="1" spc="-135" dirty="0">
                <a:solidFill>
                  <a:srgbClr val="FFFFFF"/>
                </a:solidFill>
                <a:latin typeface="Tahoma"/>
                <a:cs typeface="Tahoma"/>
              </a:rPr>
              <a:t>Beneﬁt</a:t>
            </a:r>
            <a:r>
              <a:rPr sz="125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25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25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25" dirty="0">
                <a:solidFill>
                  <a:srgbClr val="FFFFFF"/>
                </a:solidFill>
                <a:latin typeface="Tahoma"/>
                <a:cs typeface="Tahoma"/>
              </a:rPr>
              <a:t>India’s</a:t>
            </a:r>
            <a:r>
              <a:rPr sz="125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45" dirty="0">
                <a:solidFill>
                  <a:srgbClr val="FFFFFF"/>
                </a:solidFill>
                <a:latin typeface="Tahoma"/>
                <a:cs typeface="Tahoma"/>
              </a:rPr>
              <a:t>Growing</a:t>
            </a:r>
            <a:r>
              <a:rPr sz="125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35" dirty="0">
                <a:solidFill>
                  <a:srgbClr val="FFFFFF"/>
                </a:solidFill>
                <a:latin typeface="Tahoma"/>
                <a:cs typeface="Tahoma"/>
              </a:rPr>
              <a:t>Automotive</a:t>
            </a:r>
            <a:r>
              <a:rPr sz="125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10" dirty="0">
                <a:solidFill>
                  <a:srgbClr val="FFFFFF"/>
                </a:solidFill>
                <a:latin typeface="Tahoma"/>
                <a:cs typeface="Tahoma"/>
              </a:rPr>
              <a:t>Ecosystem.</a:t>
            </a:r>
            <a:endParaRPr sz="12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530"/>
            <a:ext cx="5325745" cy="7535545"/>
          </a:xfrm>
          <a:custGeom>
            <a:avLst/>
            <a:gdLst/>
            <a:ahLst/>
            <a:cxnLst/>
            <a:rect l="l" t="t" r="r" b="b"/>
            <a:pathLst>
              <a:path w="5325745" h="7535545">
                <a:moveTo>
                  <a:pt x="0" y="0"/>
                </a:moveTo>
                <a:lnTo>
                  <a:pt x="5325432" y="0"/>
                </a:lnTo>
                <a:lnTo>
                  <a:pt x="5325432" y="7535318"/>
                </a:lnTo>
                <a:lnTo>
                  <a:pt x="0" y="7535318"/>
                </a:lnTo>
              </a:path>
            </a:pathLst>
          </a:custGeom>
          <a:ln w="7199">
            <a:solidFill>
              <a:srgbClr val="15161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93583" y="948712"/>
            <a:ext cx="4737735" cy="97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8000"/>
              </a:lnSpc>
              <a:spcBef>
                <a:spcPts val="100"/>
              </a:spcBef>
            </a:pP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Growing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per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capita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income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45" dirty="0">
                <a:solidFill>
                  <a:srgbClr val="151616"/>
                </a:solidFill>
                <a:latin typeface="Arial MT"/>
                <a:cs typeface="Arial MT"/>
              </a:rPr>
              <a:t>a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young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growing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working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40" dirty="0">
                <a:solidFill>
                  <a:srgbClr val="151616"/>
                </a:solidFill>
                <a:latin typeface="Arial MT"/>
                <a:cs typeface="Arial MT"/>
              </a:rPr>
              <a:t>age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population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rgbClr val="151616"/>
                </a:solidFill>
                <a:latin typeface="Arial MT"/>
                <a:cs typeface="Arial MT"/>
              </a:rPr>
              <a:t>have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contributed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40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India </a:t>
            </a:r>
            <a:r>
              <a:rPr sz="850" spc="-2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becoming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30" dirty="0">
                <a:solidFill>
                  <a:srgbClr val="151616"/>
                </a:solidFill>
                <a:latin typeface="Arial MT"/>
                <a:cs typeface="Arial MT"/>
              </a:rPr>
              <a:t>4th</a:t>
            </a:r>
            <a:r>
              <a:rPr sz="85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largest</a:t>
            </a:r>
            <a:r>
              <a:rPr sz="85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automobile</a:t>
            </a:r>
            <a:r>
              <a:rPr sz="85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market</a:t>
            </a:r>
            <a:r>
              <a:rPr sz="85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5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5" dirty="0">
                <a:solidFill>
                  <a:srgbClr val="151616"/>
                </a:solidFill>
                <a:latin typeface="Arial MT"/>
                <a:cs typeface="Arial MT"/>
              </a:rPr>
              <a:t>world</a:t>
            </a:r>
            <a:r>
              <a:rPr sz="85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terms</a:t>
            </a:r>
            <a:r>
              <a:rPr sz="85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5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5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domestic</a:t>
            </a:r>
            <a:r>
              <a:rPr sz="85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35" dirty="0">
                <a:solidFill>
                  <a:srgbClr val="151616"/>
                </a:solidFill>
                <a:latin typeface="Arial MT"/>
                <a:cs typeface="Arial MT"/>
              </a:rPr>
              <a:t>sales.</a:t>
            </a:r>
            <a:r>
              <a:rPr sz="85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Also,</a:t>
            </a:r>
            <a:r>
              <a:rPr sz="85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India</a:t>
            </a:r>
            <a:r>
              <a:rPr sz="85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ranks</a:t>
            </a:r>
            <a:r>
              <a:rPr sz="85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0" dirty="0">
                <a:solidFill>
                  <a:srgbClr val="151616"/>
                </a:solidFill>
                <a:latin typeface="Arial MT"/>
                <a:cs typeface="Arial MT"/>
              </a:rPr>
              <a:t>as </a:t>
            </a:r>
            <a:r>
              <a:rPr sz="850" spc="-2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5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5" dirty="0">
                <a:solidFill>
                  <a:srgbClr val="151616"/>
                </a:solidFill>
                <a:latin typeface="Arial MT"/>
                <a:cs typeface="Arial MT"/>
              </a:rPr>
              <a:t>3rd</a:t>
            </a:r>
            <a:r>
              <a:rPr sz="85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largest</a:t>
            </a:r>
            <a:r>
              <a:rPr sz="85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automobile</a:t>
            </a:r>
            <a:r>
              <a:rPr sz="850" spc="-5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industry</a:t>
            </a:r>
            <a:r>
              <a:rPr sz="85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5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5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5" dirty="0">
                <a:solidFill>
                  <a:srgbClr val="151616"/>
                </a:solidFill>
                <a:latin typeface="Arial MT"/>
                <a:cs typeface="Arial MT"/>
              </a:rPr>
              <a:t>world</a:t>
            </a:r>
            <a:r>
              <a:rPr sz="85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5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terms</a:t>
            </a:r>
            <a:r>
              <a:rPr sz="850" spc="-5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5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5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production.</a:t>
            </a:r>
            <a:r>
              <a:rPr sz="85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5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share</a:t>
            </a:r>
            <a:r>
              <a:rPr sz="85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5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5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5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automotive </a:t>
            </a:r>
            <a:r>
              <a:rPr sz="850" spc="-2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sector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40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India’s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GDP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35" dirty="0">
                <a:solidFill>
                  <a:srgbClr val="151616"/>
                </a:solidFill>
                <a:latin typeface="Arial MT"/>
                <a:cs typeface="Arial MT"/>
              </a:rPr>
              <a:t>has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risen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40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rgbClr val="151616"/>
                </a:solidFill>
                <a:latin typeface="Arial MT"/>
                <a:cs typeface="Arial MT"/>
              </a:rPr>
              <a:t>7.1%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0" dirty="0">
                <a:solidFill>
                  <a:srgbClr val="151616"/>
                </a:solidFill>
                <a:latin typeface="Arial MT"/>
                <a:cs typeface="Arial MT"/>
              </a:rPr>
              <a:t>as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5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February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2023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from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45" dirty="0">
                <a:solidFill>
                  <a:srgbClr val="151616"/>
                </a:solidFill>
                <a:latin typeface="Arial MT"/>
                <a:cs typeface="Arial MT"/>
              </a:rPr>
              <a:t>a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mere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rgbClr val="151616"/>
                </a:solidFill>
                <a:latin typeface="Arial MT"/>
                <a:cs typeface="Arial MT"/>
              </a:rPr>
              <a:t>2.8%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5" dirty="0">
                <a:solidFill>
                  <a:srgbClr val="151616"/>
                </a:solidFill>
                <a:latin typeface="Arial MT"/>
                <a:cs typeface="Arial MT"/>
              </a:rPr>
              <a:t>1992!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This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growth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35" dirty="0">
                <a:solidFill>
                  <a:srgbClr val="151616"/>
                </a:solidFill>
                <a:latin typeface="Arial MT"/>
                <a:cs typeface="Arial MT"/>
              </a:rPr>
              <a:t>has </a:t>
            </a:r>
            <a:r>
              <a:rPr sz="850" spc="-2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also</a:t>
            </a:r>
            <a:r>
              <a:rPr sz="85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led</a:t>
            </a:r>
            <a:r>
              <a:rPr sz="850" spc="-6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40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850" spc="-6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45" dirty="0">
                <a:solidFill>
                  <a:srgbClr val="151616"/>
                </a:solidFill>
                <a:latin typeface="Arial MT"/>
                <a:cs typeface="Arial MT"/>
              </a:rPr>
              <a:t>a</a:t>
            </a:r>
            <a:r>
              <a:rPr sz="85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positive</a:t>
            </a:r>
            <a:r>
              <a:rPr sz="850" spc="-6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spillover</a:t>
            </a:r>
            <a:r>
              <a:rPr sz="850" spc="-6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effect</a:t>
            </a:r>
            <a:r>
              <a:rPr sz="850" spc="-6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on</a:t>
            </a:r>
            <a:r>
              <a:rPr sz="85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6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auto</a:t>
            </a:r>
            <a:r>
              <a:rPr sz="850" spc="-6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ancillary</a:t>
            </a:r>
            <a:r>
              <a:rPr sz="850" spc="-6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sector</a:t>
            </a:r>
            <a:r>
              <a:rPr sz="85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whose</a:t>
            </a:r>
            <a:r>
              <a:rPr sz="850" spc="-6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turnover</a:t>
            </a:r>
            <a:r>
              <a:rPr sz="850" spc="-6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35" dirty="0">
                <a:solidFill>
                  <a:srgbClr val="151616"/>
                </a:solidFill>
                <a:latin typeface="Arial MT"/>
                <a:cs typeface="Arial MT"/>
              </a:rPr>
              <a:t>has</a:t>
            </a:r>
            <a:r>
              <a:rPr sz="850" spc="-6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grown</a:t>
            </a:r>
            <a:r>
              <a:rPr sz="85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from</a:t>
            </a:r>
            <a:r>
              <a:rPr sz="850" spc="-6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rgbClr val="151616"/>
                </a:solidFill>
                <a:latin typeface="Arial MT"/>
                <a:cs typeface="Arial MT"/>
              </a:rPr>
              <a:t>US$</a:t>
            </a:r>
            <a:endParaRPr sz="8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39.05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billion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FY2016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40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rgbClr val="151616"/>
                </a:solidFill>
                <a:latin typeface="Arial MT"/>
                <a:cs typeface="Arial MT"/>
              </a:rPr>
              <a:t>US$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69.70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billio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n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*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FY2023.</a:t>
            </a:r>
            <a:endParaRPr sz="8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*AutomoNve</a:t>
            </a:r>
            <a:r>
              <a:rPr sz="700" i="1" spc="-10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Component</a:t>
            </a:r>
            <a:r>
              <a:rPr sz="700" i="1" spc="-10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Manufacturers</a:t>
            </a:r>
            <a:r>
              <a:rPr sz="700" i="1" spc="-12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AssociaNon</a:t>
            </a:r>
            <a:r>
              <a:rPr sz="700" i="1" spc="-10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of</a:t>
            </a:r>
            <a:r>
              <a:rPr sz="700" i="1" spc="-10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5" dirty="0">
                <a:solidFill>
                  <a:srgbClr val="151616"/>
                </a:solidFill>
                <a:latin typeface="Arial"/>
                <a:cs typeface="Arial"/>
              </a:rPr>
              <a:t>India</a:t>
            </a:r>
            <a:r>
              <a:rPr sz="700" i="1" spc="-10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(ACMA),</a:t>
            </a:r>
            <a:r>
              <a:rPr sz="700" i="1" spc="-10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0" dirty="0">
                <a:solidFill>
                  <a:srgbClr val="151616"/>
                </a:solidFill>
                <a:latin typeface="Arial"/>
                <a:cs typeface="Arial"/>
              </a:rPr>
              <a:t>IBEF</a:t>
            </a:r>
            <a:endParaRPr sz="700"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1915" y="517903"/>
            <a:ext cx="4436745" cy="245745"/>
            <a:chOff x="581915" y="517903"/>
            <a:chExt cx="4436745" cy="245745"/>
          </a:xfrm>
        </p:grpSpPr>
        <p:sp>
          <p:nvSpPr>
            <p:cNvPr id="5" name="object 5"/>
            <p:cNvSpPr/>
            <p:nvPr/>
          </p:nvSpPr>
          <p:spPr>
            <a:xfrm>
              <a:off x="654303" y="517903"/>
              <a:ext cx="4364355" cy="245745"/>
            </a:xfrm>
            <a:custGeom>
              <a:avLst/>
              <a:gdLst/>
              <a:ahLst/>
              <a:cxnLst/>
              <a:rect l="l" t="t" r="r" b="b"/>
              <a:pathLst>
                <a:path w="4364355" h="245745">
                  <a:moveTo>
                    <a:pt x="4292009" y="0"/>
                  </a:moveTo>
                  <a:lnTo>
                    <a:pt x="0" y="0"/>
                  </a:lnTo>
                  <a:lnTo>
                    <a:pt x="0" y="245386"/>
                  </a:lnTo>
                  <a:lnTo>
                    <a:pt x="4292009" y="245386"/>
                  </a:lnTo>
                  <a:lnTo>
                    <a:pt x="4319930" y="239467"/>
                  </a:lnTo>
                  <a:lnTo>
                    <a:pt x="4342795" y="223349"/>
                  </a:lnTo>
                  <a:lnTo>
                    <a:pt x="4358245" y="199495"/>
                  </a:lnTo>
                  <a:lnTo>
                    <a:pt x="4363919" y="170366"/>
                  </a:lnTo>
                  <a:lnTo>
                    <a:pt x="4363919" y="75023"/>
                  </a:lnTo>
                  <a:lnTo>
                    <a:pt x="4358245" y="45895"/>
                  </a:lnTo>
                  <a:lnTo>
                    <a:pt x="4342796" y="22039"/>
                  </a:lnTo>
                  <a:lnTo>
                    <a:pt x="4319931" y="5920"/>
                  </a:lnTo>
                  <a:lnTo>
                    <a:pt x="4292009" y="0"/>
                  </a:lnTo>
                  <a:close/>
                </a:path>
              </a:pathLst>
            </a:custGeom>
            <a:solidFill>
              <a:srgbClr val="F47F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1915" y="517903"/>
              <a:ext cx="4286885" cy="245745"/>
            </a:xfrm>
            <a:custGeom>
              <a:avLst/>
              <a:gdLst/>
              <a:ahLst/>
              <a:cxnLst/>
              <a:rect l="l" t="t" r="r" b="b"/>
              <a:pathLst>
                <a:path w="4286885" h="245745">
                  <a:moveTo>
                    <a:pt x="4167021" y="0"/>
                  </a:moveTo>
                  <a:lnTo>
                    <a:pt x="0" y="0"/>
                  </a:lnTo>
                  <a:lnTo>
                    <a:pt x="0" y="245386"/>
                  </a:lnTo>
                  <a:lnTo>
                    <a:pt x="4167021" y="245386"/>
                  </a:lnTo>
                  <a:lnTo>
                    <a:pt x="4213400" y="235705"/>
                  </a:lnTo>
                  <a:lnTo>
                    <a:pt x="4251381" y="209346"/>
                  </a:lnTo>
                  <a:lnTo>
                    <a:pt x="4277044" y="170334"/>
                  </a:lnTo>
                  <a:lnTo>
                    <a:pt x="4286469" y="122694"/>
                  </a:lnTo>
                  <a:lnTo>
                    <a:pt x="4277044" y="75054"/>
                  </a:lnTo>
                  <a:lnTo>
                    <a:pt x="4251382" y="36041"/>
                  </a:lnTo>
                  <a:lnTo>
                    <a:pt x="4213402" y="9681"/>
                  </a:lnTo>
                  <a:lnTo>
                    <a:pt x="4167021" y="0"/>
                  </a:lnTo>
                  <a:close/>
                </a:path>
              </a:pathLst>
            </a:custGeom>
            <a:solidFill>
              <a:srgbClr val="008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19832" y="539857"/>
            <a:ext cx="33648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OPPORTUNITIES</a:t>
            </a:r>
            <a:r>
              <a:rPr sz="1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3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0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25" dirty="0">
                <a:solidFill>
                  <a:srgbClr val="FFFFFF"/>
                </a:solidFill>
                <a:latin typeface="Arial"/>
                <a:cs typeface="Arial"/>
              </a:rPr>
              <a:t>INDIAN</a:t>
            </a:r>
            <a:r>
              <a:rPr sz="1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FFFFFF"/>
                </a:solidFill>
                <a:latin typeface="Arial"/>
                <a:cs typeface="Arial"/>
              </a:rPr>
              <a:t>AUTOMOTIVE</a:t>
            </a:r>
            <a:r>
              <a:rPr sz="1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65" dirty="0">
                <a:solidFill>
                  <a:srgbClr val="FFFFFF"/>
                </a:solidFill>
                <a:latin typeface="Arial"/>
                <a:cs typeface="Arial"/>
              </a:rPr>
              <a:t>SECTOR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4638" y="359798"/>
            <a:ext cx="4713605" cy="2190750"/>
            <a:chOff x="304638" y="359798"/>
            <a:chExt cx="4713605" cy="2190750"/>
          </a:xfrm>
        </p:grpSpPr>
        <p:sp>
          <p:nvSpPr>
            <p:cNvPr id="9" name="object 9"/>
            <p:cNvSpPr/>
            <p:nvPr/>
          </p:nvSpPr>
          <p:spPr>
            <a:xfrm>
              <a:off x="304638" y="359798"/>
              <a:ext cx="511175" cy="521970"/>
            </a:xfrm>
            <a:custGeom>
              <a:avLst/>
              <a:gdLst/>
              <a:ahLst/>
              <a:cxnLst/>
              <a:rect l="l" t="t" r="r" b="b"/>
              <a:pathLst>
                <a:path w="511175" h="521969">
                  <a:moveTo>
                    <a:pt x="289078" y="455443"/>
                  </a:moveTo>
                  <a:lnTo>
                    <a:pt x="190836" y="455443"/>
                  </a:lnTo>
                  <a:lnTo>
                    <a:pt x="203857" y="460741"/>
                  </a:lnTo>
                  <a:lnTo>
                    <a:pt x="215992" y="466423"/>
                  </a:lnTo>
                  <a:lnTo>
                    <a:pt x="228592" y="471903"/>
                  </a:lnTo>
                  <a:lnTo>
                    <a:pt x="243009" y="476604"/>
                  </a:lnTo>
                  <a:lnTo>
                    <a:pt x="250236" y="512550"/>
                  </a:lnTo>
                  <a:lnTo>
                    <a:pt x="305694" y="521564"/>
                  </a:lnTo>
                  <a:lnTo>
                    <a:pt x="306634" y="515682"/>
                  </a:lnTo>
                  <a:lnTo>
                    <a:pt x="307411" y="510472"/>
                  </a:lnTo>
                  <a:lnTo>
                    <a:pt x="308757" y="496854"/>
                  </a:lnTo>
                  <a:lnTo>
                    <a:pt x="307760" y="496854"/>
                  </a:lnTo>
                  <a:lnTo>
                    <a:pt x="309049" y="493897"/>
                  </a:lnTo>
                  <a:lnTo>
                    <a:pt x="309198" y="493897"/>
                  </a:lnTo>
                  <a:lnTo>
                    <a:pt x="311076" y="490039"/>
                  </a:lnTo>
                  <a:lnTo>
                    <a:pt x="360540" y="485287"/>
                  </a:lnTo>
                  <a:lnTo>
                    <a:pt x="426163" y="485287"/>
                  </a:lnTo>
                  <a:lnTo>
                    <a:pt x="424099" y="480482"/>
                  </a:lnTo>
                  <a:lnTo>
                    <a:pt x="420921" y="472305"/>
                  </a:lnTo>
                  <a:lnTo>
                    <a:pt x="418867" y="462502"/>
                  </a:lnTo>
                  <a:lnTo>
                    <a:pt x="425393" y="456810"/>
                  </a:lnTo>
                  <a:lnTo>
                    <a:pt x="296744" y="456810"/>
                  </a:lnTo>
                  <a:lnTo>
                    <a:pt x="289078" y="455443"/>
                  </a:lnTo>
                  <a:close/>
                </a:path>
                <a:path w="511175" h="521969">
                  <a:moveTo>
                    <a:pt x="426163" y="485287"/>
                  </a:moveTo>
                  <a:lnTo>
                    <a:pt x="360540" y="485287"/>
                  </a:lnTo>
                  <a:lnTo>
                    <a:pt x="366813" y="492237"/>
                  </a:lnTo>
                  <a:lnTo>
                    <a:pt x="372771" y="499948"/>
                  </a:lnTo>
                  <a:lnTo>
                    <a:pt x="378304" y="507928"/>
                  </a:lnTo>
                  <a:lnTo>
                    <a:pt x="383306" y="515682"/>
                  </a:lnTo>
                  <a:lnTo>
                    <a:pt x="430535" y="498142"/>
                  </a:lnTo>
                  <a:lnTo>
                    <a:pt x="427577" y="488578"/>
                  </a:lnTo>
                  <a:lnTo>
                    <a:pt x="426163" y="485287"/>
                  </a:lnTo>
                  <a:close/>
                </a:path>
                <a:path w="511175" h="521969">
                  <a:moveTo>
                    <a:pt x="309011" y="494283"/>
                  </a:moveTo>
                  <a:lnTo>
                    <a:pt x="307760" y="496854"/>
                  </a:lnTo>
                  <a:lnTo>
                    <a:pt x="308757" y="496854"/>
                  </a:lnTo>
                  <a:lnTo>
                    <a:pt x="309011" y="494283"/>
                  </a:lnTo>
                  <a:close/>
                </a:path>
                <a:path w="511175" h="521969">
                  <a:moveTo>
                    <a:pt x="309198" y="493897"/>
                  </a:moveTo>
                  <a:lnTo>
                    <a:pt x="309049" y="493897"/>
                  </a:lnTo>
                  <a:lnTo>
                    <a:pt x="309011" y="494283"/>
                  </a:lnTo>
                  <a:lnTo>
                    <a:pt x="309198" y="493897"/>
                  </a:lnTo>
                  <a:close/>
                </a:path>
                <a:path w="511175" h="521969">
                  <a:moveTo>
                    <a:pt x="127974" y="368895"/>
                  </a:moveTo>
                  <a:lnTo>
                    <a:pt x="93438" y="368895"/>
                  </a:lnTo>
                  <a:lnTo>
                    <a:pt x="97750" y="375427"/>
                  </a:lnTo>
                  <a:lnTo>
                    <a:pt x="104079" y="383589"/>
                  </a:lnTo>
                  <a:lnTo>
                    <a:pt x="110787" y="391161"/>
                  </a:lnTo>
                  <a:lnTo>
                    <a:pt x="116236" y="395921"/>
                  </a:lnTo>
                  <a:lnTo>
                    <a:pt x="130827" y="411011"/>
                  </a:lnTo>
                  <a:lnTo>
                    <a:pt x="120892" y="441021"/>
                  </a:lnTo>
                  <a:lnTo>
                    <a:pt x="128730" y="448053"/>
                  </a:lnTo>
                  <a:lnTo>
                    <a:pt x="143292" y="459186"/>
                  </a:lnTo>
                  <a:lnTo>
                    <a:pt x="158770" y="470133"/>
                  </a:lnTo>
                  <a:lnTo>
                    <a:pt x="169365" y="476596"/>
                  </a:lnTo>
                  <a:lnTo>
                    <a:pt x="175787" y="471582"/>
                  </a:lnTo>
                  <a:lnTo>
                    <a:pt x="180307" y="466177"/>
                  </a:lnTo>
                  <a:lnTo>
                    <a:pt x="184722" y="460695"/>
                  </a:lnTo>
                  <a:lnTo>
                    <a:pt x="190836" y="455443"/>
                  </a:lnTo>
                  <a:lnTo>
                    <a:pt x="289078" y="455443"/>
                  </a:lnTo>
                  <a:lnTo>
                    <a:pt x="248621" y="448227"/>
                  </a:lnTo>
                  <a:lnTo>
                    <a:pt x="204091" y="429962"/>
                  </a:lnTo>
                  <a:lnTo>
                    <a:pt x="171353" y="409007"/>
                  </a:lnTo>
                  <a:lnTo>
                    <a:pt x="154498" y="395185"/>
                  </a:lnTo>
                  <a:lnTo>
                    <a:pt x="149327" y="390199"/>
                  </a:lnTo>
                  <a:lnTo>
                    <a:pt x="148858" y="389775"/>
                  </a:lnTo>
                  <a:lnTo>
                    <a:pt x="143982" y="389775"/>
                  </a:lnTo>
                  <a:lnTo>
                    <a:pt x="142311" y="384754"/>
                  </a:lnTo>
                  <a:lnTo>
                    <a:pt x="141425" y="384754"/>
                  </a:lnTo>
                  <a:lnTo>
                    <a:pt x="140886" y="384404"/>
                  </a:lnTo>
                  <a:lnTo>
                    <a:pt x="135747" y="377647"/>
                  </a:lnTo>
                  <a:lnTo>
                    <a:pt x="129661" y="370749"/>
                  </a:lnTo>
                  <a:lnTo>
                    <a:pt x="127974" y="368895"/>
                  </a:lnTo>
                  <a:close/>
                </a:path>
                <a:path w="511175" h="521969">
                  <a:moveTo>
                    <a:pt x="472749" y="405153"/>
                  </a:moveTo>
                  <a:lnTo>
                    <a:pt x="455134" y="405170"/>
                  </a:lnTo>
                  <a:lnTo>
                    <a:pt x="446237" y="408623"/>
                  </a:lnTo>
                  <a:lnTo>
                    <a:pt x="434359" y="418204"/>
                  </a:lnTo>
                  <a:lnTo>
                    <a:pt x="392444" y="442425"/>
                  </a:lnTo>
                  <a:lnTo>
                    <a:pt x="345629" y="455085"/>
                  </a:lnTo>
                  <a:lnTo>
                    <a:pt x="296744" y="456810"/>
                  </a:lnTo>
                  <a:lnTo>
                    <a:pt x="425393" y="456810"/>
                  </a:lnTo>
                  <a:lnTo>
                    <a:pt x="452906" y="432817"/>
                  </a:lnTo>
                  <a:lnTo>
                    <a:pt x="497326" y="432817"/>
                  </a:lnTo>
                  <a:lnTo>
                    <a:pt x="500366" y="427875"/>
                  </a:lnTo>
                  <a:lnTo>
                    <a:pt x="507143" y="415826"/>
                  </a:lnTo>
                  <a:lnTo>
                    <a:pt x="510782" y="405878"/>
                  </a:lnTo>
                  <a:lnTo>
                    <a:pt x="472749" y="405153"/>
                  </a:lnTo>
                  <a:close/>
                </a:path>
                <a:path w="511175" h="521969">
                  <a:moveTo>
                    <a:pt x="497326" y="432817"/>
                  </a:moveTo>
                  <a:lnTo>
                    <a:pt x="452906" y="432817"/>
                  </a:lnTo>
                  <a:lnTo>
                    <a:pt x="461475" y="436555"/>
                  </a:lnTo>
                  <a:lnTo>
                    <a:pt x="478469" y="445621"/>
                  </a:lnTo>
                  <a:lnTo>
                    <a:pt x="487577" y="449596"/>
                  </a:lnTo>
                  <a:lnTo>
                    <a:pt x="492996" y="439854"/>
                  </a:lnTo>
                  <a:lnTo>
                    <a:pt x="497326" y="432817"/>
                  </a:lnTo>
                  <a:close/>
                </a:path>
                <a:path w="511175" h="521969">
                  <a:moveTo>
                    <a:pt x="144043" y="385419"/>
                  </a:moveTo>
                  <a:lnTo>
                    <a:pt x="143982" y="389775"/>
                  </a:lnTo>
                  <a:lnTo>
                    <a:pt x="148858" y="389775"/>
                  </a:lnTo>
                  <a:lnTo>
                    <a:pt x="144043" y="385419"/>
                  </a:lnTo>
                  <a:close/>
                </a:path>
                <a:path w="511175" h="521969">
                  <a:moveTo>
                    <a:pt x="142257" y="384591"/>
                  </a:moveTo>
                  <a:lnTo>
                    <a:pt x="141425" y="384754"/>
                  </a:lnTo>
                  <a:lnTo>
                    <a:pt x="142311" y="384754"/>
                  </a:lnTo>
                  <a:lnTo>
                    <a:pt x="142257" y="384591"/>
                  </a:lnTo>
                  <a:close/>
                </a:path>
                <a:path w="511175" h="521969">
                  <a:moveTo>
                    <a:pt x="17079" y="112755"/>
                  </a:moveTo>
                  <a:lnTo>
                    <a:pt x="20147" y="115627"/>
                  </a:lnTo>
                  <a:lnTo>
                    <a:pt x="30024" y="125647"/>
                  </a:lnTo>
                  <a:lnTo>
                    <a:pt x="30412" y="126151"/>
                  </a:lnTo>
                  <a:lnTo>
                    <a:pt x="36403" y="132339"/>
                  </a:lnTo>
                  <a:lnTo>
                    <a:pt x="38430" y="132756"/>
                  </a:lnTo>
                  <a:lnTo>
                    <a:pt x="44773" y="140288"/>
                  </a:lnTo>
                  <a:lnTo>
                    <a:pt x="42990" y="151113"/>
                  </a:lnTo>
                  <a:lnTo>
                    <a:pt x="39922" y="162702"/>
                  </a:lnTo>
                  <a:lnTo>
                    <a:pt x="36845" y="175102"/>
                  </a:lnTo>
                  <a:lnTo>
                    <a:pt x="35035" y="188362"/>
                  </a:lnTo>
                  <a:lnTo>
                    <a:pt x="0" y="188374"/>
                  </a:lnTo>
                  <a:lnTo>
                    <a:pt x="2250" y="241578"/>
                  </a:lnTo>
                  <a:lnTo>
                    <a:pt x="38834" y="253565"/>
                  </a:lnTo>
                  <a:lnTo>
                    <a:pt x="41547" y="267441"/>
                  </a:lnTo>
                  <a:lnTo>
                    <a:pt x="45410" y="279948"/>
                  </a:lnTo>
                  <a:lnTo>
                    <a:pt x="49846" y="292294"/>
                  </a:lnTo>
                  <a:lnTo>
                    <a:pt x="54277" y="305690"/>
                  </a:lnTo>
                  <a:lnTo>
                    <a:pt x="28954" y="321861"/>
                  </a:lnTo>
                  <a:lnTo>
                    <a:pt x="34385" y="333623"/>
                  </a:lnTo>
                  <a:lnTo>
                    <a:pt x="42429" y="347496"/>
                  </a:lnTo>
                  <a:lnTo>
                    <a:pt x="50951" y="361772"/>
                  </a:lnTo>
                  <a:lnTo>
                    <a:pt x="57812" y="374741"/>
                  </a:lnTo>
                  <a:lnTo>
                    <a:pt x="93438" y="368895"/>
                  </a:lnTo>
                  <a:lnTo>
                    <a:pt x="127974" y="368895"/>
                  </a:lnTo>
                  <a:lnTo>
                    <a:pt x="123154" y="363600"/>
                  </a:lnTo>
                  <a:lnTo>
                    <a:pt x="116752" y="356090"/>
                  </a:lnTo>
                  <a:lnTo>
                    <a:pt x="92382" y="319283"/>
                  </a:lnTo>
                  <a:lnTo>
                    <a:pt x="75255" y="278893"/>
                  </a:lnTo>
                  <a:lnTo>
                    <a:pt x="66628" y="236443"/>
                  </a:lnTo>
                  <a:lnTo>
                    <a:pt x="67760" y="193454"/>
                  </a:lnTo>
                  <a:lnTo>
                    <a:pt x="79912" y="151450"/>
                  </a:lnTo>
                  <a:lnTo>
                    <a:pt x="103771" y="112877"/>
                  </a:lnTo>
                  <a:lnTo>
                    <a:pt x="17868" y="112877"/>
                  </a:lnTo>
                  <a:lnTo>
                    <a:pt x="17079" y="112755"/>
                  </a:lnTo>
                  <a:close/>
                </a:path>
                <a:path w="511175" h="521969">
                  <a:moveTo>
                    <a:pt x="42617" y="73061"/>
                  </a:moveTo>
                  <a:lnTo>
                    <a:pt x="36790" y="81072"/>
                  </a:lnTo>
                  <a:lnTo>
                    <a:pt x="29576" y="92415"/>
                  </a:lnTo>
                  <a:lnTo>
                    <a:pt x="23279" y="103706"/>
                  </a:lnTo>
                  <a:lnTo>
                    <a:pt x="19872" y="112161"/>
                  </a:lnTo>
                  <a:lnTo>
                    <a:pt x="17868" y="112877"/>
                  </a:lnTo>
                  <a:lnTo>
                    <a:pt x="103771" y="112877"/>
                  </a:lnTo>
                  <a:lnTo>
                    <a:pt x="104343" y="111953"/>
                  </a:lnTo>
                  <a:lnTo>
                    <a:pt x="104579" y="111664"/>
                  </a:lnTo>
                  <a:lnTo>
                    <a:pt x="104180" y="111664"/>
                  </a:lnTo>
                  <a:lnTo>
                    <a:pt x="107431" y="108431"/>
                  </a:lnTo>
                  <a:lnTo>
                    <a:pt x="124658" y="92415"/>
                  </a:lnTo>
                  <a:lnTo>
                    <a:pt x="130282" y="89056"/>
                  </a:lnTo>
                  <a:lnTo>
                    <a:pt x="76989" y="89056"/>
                  </a:lnTo>
                  <a:lnTo>
                    <a:pt x="68056" y="85904"/>
                  </a:lnTo>
                  <a:lnTo>
                    <a:pt x="59794" y="81485"/>
                  </a:lnTo>
                  <a:lnTo>
                    <a:pt x="51537" y="76853"/>
                  </a:lnTo>
                  <a:lnTo>
                    <a:pt x="42617" y="73061"/>
                  </a:lnTo>
                  <a:close/>
                </a:path>
                <a:path w="511175" h="521969">
                  <a:moveTo>
                    <a:pt x="106156" y="109741"/>
                  </a:moveTo>
                  <a:lnTo>
                    <a:pt x="104180" y="111664"/>
                  </a:lnTo>
                  <a:lnTo>
                    <a:pt x="104579" y="111664"/>
                  </a:lnTo>
                  <a:lnTo>
                    <a:pt x="106156" y="109741"/>
                  </a:lnTo>
                  <a:close/>
                </a:path>
                <a:path w="511175" h="521969">
                  <a:moveTo>
                    <a:pt x="145145" y="7034"/>
                  </a:moveTo>
                  <a:lnTo>
                    <a:pt x="135277" y="10235"/>
                  </a:lnTo>
                  <a:lnTo>
                    <a:pt x="120670" y="16016"/>
                  </a:lnTo>
                  <a:lnTo>
                    <a:pt x="106732" y="22157"/>
                  </a:lnTo>
                  <a:lnTo>
                    <a:pt x="98874" y="26438"/>
                  </a:lnTo>
                  <a:lnTo>
                    <a:pt x="112360" y="61278"/>
                  </a:lnTo>
                  <a:lnTo>
                    <a:pt x="102853" y="66496"/>
                  </a:lnTo>
                  <a:lnTo>
                    <a:pt x="93109" y="74052"/>
                  </a:lnTo>
                  <a:lnTo>
                    <a:pt x="84147" y="82166"/>
                  </a:lnTo>
                  <a:lnTo>
                    <a:pt x="76989" y="89056"/>
                  </a:lnTo>
                  <a:lnTo>
                    <a:pt x="130282" y="89056"/>
                  </a:lnTo>
                  <a:lnTo>
                    <a:pt x="139132" y="83770"/>
                  </a:lnTo>
                  <a:lnTo>
                    <a:pt x="157347" y="72502"/>
                  </a:lnTo>
                  <a:lnTo>
                    <a:pt x="183282" y="61637"/>
                  </a:lnTo>
                  <a:lnTo>
                    <a:pt x="220913" y="54198"/>
                  </a:lnTo>
                  <a:lnTo>
                    <a:pt x="261830" y="53138"/>
                  </a:lnTo>
                  <a:lnTo>
                    <a:pt x="307231" y="53138"/>
                  </a:lnTo>
                  <a:lnTo>
                    <a:pt x="286899" y="44020"/>
                  </a:lnTo>
                  <a:lnTo>
                    <a:pt x="285013" y="36335"/>
                  </a:lnTo>
                  <a:lnTo>
                    <a:pt x="172365" y="36335"/>
                  </a:lnTo>
                  <a:lnTo>
                    <a:pt x="162883" y="31469"/>
                  </a:lnTo>
                  <a:lnTo>
                    <a:pt x="154574" y="18270"/>
                  </a:lnTo>
                  <a:lnTo>
                    <a:pt x="145145" y="7034"/>
                  </a:lnTo>
                  <a:close/>
                </a:path>
                <a:path w="511175" h="521969">
                  <a:moveTo>
                    <a:pt x="307231" y="53138"/>
                  </a:moveTo>
                  <a:lnTo>
                    <a:pt x="261830" y="53138"/>
                  </a:lnTo>
                  <a:lnTo>
                    <a:pt x="291808" y="57741"/>
                  </a:lnTo>
                  <a:lnTo>
                    <a:pt x="315382" y="64545"/>
                  </a:lnTo>
                  <a:lnTo>
                    <a:pt x="337089" y="70091"/>
                  </a:lnTo>
                  <a:lnTo>
                    <a:pt x="334992" y="66208"/>
                  </a:lnTo>
                  <a:lnTo>
                    <a:pt x="333043" y="64714"/>
                  </a:lnTo>
                  <a:lnTo>
                    <a:pt x="307231" y="53138"/>
                  </a:lnTo>
                  <a:close/>
                </a:path>
                <a:path w="511175" h="521969">
                  <a:moveTo>
                    <a:pt x="334065" y="64494"/>
                  </a:moveTo>
                  <a:lnTo>
                    <a:pt x="334992" y="66208"/>
                  </a:lnTo>
                  <a:lnTo>
                    <a:pt x="339153" y="69400"/>
                  </a:lnTo>
                  <a:lnTo>
                    <a:pt x="334065" y="64494"/>
                  </a:lnTo>
                  <a:close/>
                </a:path>
                <a:path w="511175" h="521969">
                  <a:moveTo>
                    <a:pt x="223111" y="0"/>
                  </a:moveTo>
                  <a:lnTo>
                    <a:pt x="219471" y="33595"/>
                  </a:lnTo>
                  <a:lnTo>
                    <a:pt x="189176" y="35999"/>
                  </a:lnTo>
                  <a:lnTo>
                    <a:pt x="172365" y="36335"/>
                  </a:lnTo>
                  <a:lnTo>
                    <a:pt x="285013" y="36335"/>
                  </a:lnTo>
                  <a:lnTo>
                    <a:pt x="278532" y="9925"/>
                  </a:lnTo>
                  <a:lnTo>
                    <a:pt x="223111" y="0"/>
                  </a:lnTo>
                  <a:close/>
                </a:path>
              </a:pathLst>
            </a:custGeom>
            <a:solidFill>
              <a:srgbClr val="9694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3735" y="421491"/>
              <a:ext cx="406877" cy="38385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08187" y="2194858"/>
              <a:ext cx="4410075" cy="353695"/>
            </a:xfrm>
            <a:custGeom>
              <a:avLst/>
              <a:gdLst/>
              <a:ahLst/>
              <a:cxnLst/>
              <a:rect l="l" t="t" r="r" b="b"/>
              <a:pathLst>
                <a:path w="4410075" h="353694">
                  <a:moveTo>
                    <a:pt x="4335011" y="0"/>
                  </a:moveTo>
                  <a:lnTo>
                    <a:pt x="0" y="0"/>
                  </a:lnTo>
                  <a:lnTo>
                    <a:pt x="0" y="353391"/>
                  </a:lnTo>
                  <a:lnTo>
                    <a:pt x="4335011" y="353391"/>
                  </a:lnTo>
                  <a:lnTo>
                    <a:pt x="4364139" y="347470"/>
                  </a:lnTo>
                  <a:lnTo>
                    <a:pt x="4387994" y="331349"/>
                  </a:lnTo>
                  <a:lnTo>
                    <a:pt x="4404114" y="307493"/>
                  </a:lnTo>
                  <a:lnTo>
                    <a:pt x="4410035" y="278367"/>
                  </a:lnTo>
                  <a:lnTo>
                    <a:pt x="4410035" y="75023"/>
                  </a:lnTo>
                  <a:lnTo>
                    <a:pt x="4404115" y="45898"/>
                  </a:lnTo>
                  <a:lnTo>
                    <a:pt x="4387997" y="22042"/>
                  </a:lnTo>
                  <a:lnTo>
                    <a:pt x="4364142" y="5921"/>
                  </a:lnTo>
                  <a:lnTo>
                    <a:pt x="4335011" y="0"/>
                  </a:lnTo>
                  <a:close/>
                </a:path>
              </a:pathLst>
            </a:custGeom>
            <a:solidFill>
              <a:srgbClr val="F47F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8187" y="2194858"/>
              <a:ext cx="4285615" cy="355600"/>
            </a:xfrm>
            <a:custGeom>
              <a:avLst/>
              <a:gdLst/>
              <a:ahLst/>
              <a:cxnLst/>
              <a:rect l="l" t="t" r="r" b="b"/>
              <a:pathLst>
                <a:path w="4285615" h="355600">
                  <a:moveTo>
                    <a:pt x="4107934" y="0"/>
                  </a:moveTo>
                  <a:lnTo>
                    <a:pt x="0" y="0"/>
                  </a:lnTo>
                  <a:lnTo>
                    <a:pt x="0" y="355269"/>
                  </a:lnTo>
                  <a:lnTo>
                    <a:pt x="4107934" y="355269"/>
                  </a:lnTo>
                  <a:lnTo>
                    <a:pt x="4155016" y="348896"/>
                  </a:lnTo>
                  <a:lnTo>
                    <a:pt x="4197410" y="330926"/>
                  </a:lnTo>
                  <a:lnTo>
                    <a:pt x="4233389" y="303088"/>
                  </a:lnTo>
                  <a:lnTo>
                    <a:pt x="4261227" y="267109"/>
                  </a:lnTo>
                  <a:lnTo>
                    <a:pt x="4279195" y="224715"/>
                  </a:lnTo>
                  <a:lnTo>
                    <a:pt x="4285569" y="177634"/>
                  </a:lnTo>
                  <a:lnTo>
                    <a:pt x="4279194" y="130554"/>
                  </a:lnTo>
                  <a:lnTo>
                    <a:pt x="4261223" y="88160"/>
                  </a:lnTo>
                  <a:lnTo>
                    <a:pt x="4233384" y="52181"/>
                  </a:lnTo>
                  <a:lnTo>
                    <a:pt x="4197403" y="24343"/>
                  </a:lnTo>
                  <a:lnTo>
                    <a:pt x="4155011" y="6373"/>
                  </a:lnTo>
                  <a:lnTo>
                    <a:pt x="4107934" y="0"/>
                  </a:lnTo>
                  <a:close/>
                </a:path>
              </a:pathLst>
            </a:custGeom>
            <a:solidFill>
              <a:srgbClr val="008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19825" y="2202477"/>
            <a:ext cx="34251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b="1" spc="-45" dirty="0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sz="10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1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0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000" b="1" spc="-4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000" b="1" spc="-6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000" b="1" spc="-55" dirty="0">
                <a:solidFill>
                  <a:srgbClr val="FFFFFF"/>
                </a:solidFill>
                <a:latin typeface="Arial"/>
                <a:cs typeface="Arial"/>
              </a:rPr>
              <a:t>ORS</a:t>
            </a:r>
            <a:r>
              <a:rPr sz="1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4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Arial"/>
                <a:cs typeface="Arial"/>
              </a:rPr>
              <a:t>INVESTMENT</a:t>
            </a:r>
            <a:r>
              <a:rPr sz="1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000" b="1" spc="-3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TENTIAL</a:t>
            </a:r>
            <a:r>
              <a:rPr sz="1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3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20" dirty="0">
                <a:solidFill>
                  <a:srgbClr val="FFFFFF"/>
                </a:solidFill>
                <a:latin typeface="Arial"/>
                <a:cs typeface="Arial"/>
              </a:rPr>
              <a:t>INDI</a:t>
            </a:r>
            <a:r>
              <a:rPr sz="1000" b="1" spc="-3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000" b="1" spc="-70" dirty="0">
                <a:solidFill>
                  <a:srgbClr val="FFFFFF"/>
                </a:solidFill>
                <a:latin typeface="Arial"/>
                <a:cs typeface="Arial"/>
              </a:rPr>
              <a:t>’S  </a:t>
            </a:r>
            <a:r>
              <a:rPr sz="1000" b="1" spc="-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000" b="1" spc="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000" b="1" spc="60" dirty="0">
                <a:solidFill>
                  <a:srgbClr val="FFFFFF"/>
                </a:solidFill>
                <a:latin typeface="Arial"/>
                <a:cs typeface="Arial"/>
              </a:rPr>
              <a:t>OM</a:t>
            </a:r>
            <a:r>
              <a:rPr sz="1000" b="1" spc="35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TIVE</a:t>
            </a:r>
            <a:r>
              <a:rPr sz="1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Arial"/>
                <a:cs typeface="Arial"/>
              </a:rPr>
              <a:t>THEME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4638" y="2144253"/>
            <a:ext cx="4713605" cy="5042535"/>
            <a:chOff x="304638" y="2144253"/>
            <a:chExt cx="4713605" cy="5042535"/>
          </a:xfrm>
        </p:grpSpPr>
        <p:sp>
          <p:nvSpPr>
            <p:cNvPr id="15" name="object 15"/>
            <p:cNvSpPr/>
            <p:nvPr/>
          </p:nvSpPr>
          <p:spPr>
            <a:xfrm>
              <a:off x="304638" y="2144253"/>
              <a:ext cx="511175" cy="521970"/>
            </a:xfrm>
            <a:custGeom>
              <a:avLst/>
              <a:gdLst/>
              <a:ahLst/>
              <a:cxnLst/>
              <a:rect l="l" t="t" r="r" b="b"/>
              <a:pathLst>
                <a:path w="511175" h="521969">
                  <a:moveTo>
                    <a:pt x="289086" y="455442"/>
                  </a:moveTo>
                  <a:lnTo>
                    <a:pt x="190836" y="455442"/>
                  </a:lnTo>
                  <a:lnTo>
                    <a:pt x="203857" y="460741"/>
                  </a:lnTo>
                  <a:lnTo>
                    <a:pt x="215992" y="466422"/>
                  </a:lnTo>
                  <a:lnTo>
                    <a:pt x="228592" y="471902"/>
                  </a:lnTo>
                  <a:lnTo>
                    <a:pt x="243009" y="476600"/>
                  </a:lnTo>
                  <a:lnTo>
                    <a:pt x="250236" y="512546"/>
                  </a:lnTo>
                  <a:lnTo>
                    <a:pt x="305694" y="521561"/>
                  </a:lnTo>
                  <a:lnTo>
                    <a:pt x="306634" y="515678"/>
                  </a:lnTo>
                  <a:lnTo>
                    <a:pt x="307411" y="510472"/>
                  </a:lnTo>
                  <a:lnTo>
                    <a:pt x="308757" y="496853"/>
                  </a:lnTo>
                  <a:lnTo>
                    <a:pt x="307760" y="496853"/>
                  </a:lnTo>
                  <a:lnTo>
                    <a:pt x="309049" y="493897"/>
                  </a:lnTo>
                  <a:lnTo>
                    <a:pt x="309198" y="493897"/>
                  </a:lnTo>
                  <a:lnTo>
                    <a:pt x="311076" y="490038"/>
                  </a:lnTo>
                  <a:lnTo>
                    <a:pt x="360540" y="485283"/>
                  </a:lnTo>
                  <a:lnTo>
                    <a:pt x="426163" y="485283"/>
                  </a:lnTo>
                  <a:lnTo>
                    <a:pt x="424099" y="480479"/>
                  </a:lnTo>
                  <a:lnTo>
                    <a:pt x="420921" y="472303"/>
                  </a:lnTo>
                  <a:lnTo>
                    <a:pt x="418867" y="462502"/>
                  </a:lnTo>
                  <a:lnTo>
                    <a:pt x="425396" y="456808"/>
                  </a:lnTo>
                  <a:lnTo>
                    <a:pt x="296744" y="456808"/>
                  </a:lnTo>
                  <a:lnTo>
                    <a:pt x="289086" y="455442"/>
                  </a:lnTo>
                  <a:close/>
                </a:path>
                <a:path w="511175" h="521969">
                  <a:moveTo>
                    <a:pt x="426163" y="485283"/>
                  </a:moveTo>
                  <a:lnTo>
                    <a:pt x="360540" y="485283"/>
                  </a:lnTo>
                  <a:lnTo>
                    <a:pt x="366813" y="492233"/>
                  </a:lnTo>
                  <a:lnTo>
                    <a:pt x="372771" y="499946"/>
                  </a:lnTo>
                  <a:lnTo>
                    <a:pt x="378304" y="507925"/>
                  </a:lnTo>
                  <a:lnTo>
                    <a:pt x="383306" y="515678"/>
                  </a:lnTo>
                  <a:lnTo>
                    <a:pt x="430535" y="498138"/>
                  </a:lnTo>
                  <a:lnTo>
                    <a:pt x="427577" y="488576"/>
                  </a:lnTo>
                  <a:lnTo>
                    <a:pt x="426163" y="485283"/>
                  </a:lnTo>
                  <a:close/>
                </a:path>
                <a:path w="511175" h="521969">
                  <a:moveTo>
                    <a:pt x="309011" y="494282"/>
                  </a:moveTo>
                  <a:lnTo>
                    <a:pt x="307760" y="496853"/>
                  </a:lnTo>
                  <a:lnTo>
                    <a:pt x="308757" y="496853"/>
                  </a:lnTo>
                  <a:lnTo>
                    <a:pt x="309011" y="494282"/>
                  </a:lnTo>
                  <a:close/>
                </a:path>
                <a:path w="511175" h="521969">
                  <a:moveTo>
                    <a:pt x="309198" y="493897"/>
                  </a:moveTo>
                  <a:lnTo>
                    <a:pt x="309049" y="493897"/>
                  </a:lnTo>
                  <a:lnTo>
                    <a:pt x="309011" y="494282"/>
                  </a:lnTo>
                  <a:lnTo>
                    <a:pt x="309198" y="493897"/>
                  </a:lnTo>
                  <a:close/>
                </a:path>
                <a:path w="511175" h="521969">
                  <a:moveTo>
                    <a:pt x="127976" y="368895"/>
                  </a:moveTo>
                  <a:lnTo>
                    <a:pt x="93438" y="368895"/>
                  </a:lnTo>
                  <a:lnTo>
                    <a:pt x="97750" y="375427"/>
                  </a:lnTo>
                  <a:lnTo>
                    <a:pt x="104079" y="383588"/>
                  </a:lnTo>
                  <a:lnTo>
                    <a:pt x="110787" y="391160"/>
                  </a:lnTo>
                  <a:lnTo>
                    <a:pt x="116236" y="395919"/>
                  </a:lnTo>
                  <a:lnTo>
                    <a:pt x="130827" y="411011"/>
                  </a:lnTo>
                  <a:lnTo>
                    <a:pt x="120892" y="441021"/>
                  </a:lnTo>
                  <a:lnTo>
                    <a:pt x="128730" y="448051"/>
                  </a:lnTo>
                  <a:lnTo>
                    <a:pt x="143292" y="459184"/>
                  </a:lnTo>
                  <a:lnTo>
                    <a:pt x="158770" y="470130"/>
                  </a:lnTo>
                  <a:lnTo>
                    <a:pt x="169365" y="476592"/>
                  </a:lnTo>
                  <a:lnTo>
                    <a:pt x="175787" y="471580"/>
                  </a:lnTo>
                  <a:lnTo>
                    <a:pt x="180307" y="466175"/>
                  </a:lnTo>
                  <a:lnTo>
                    <a:pt x="184722" y="460693"/>
                  </a:lnTo>
                  <a:lnTo>
                    <a:pt x="190836" y="455442"/>
                  </a:lnTo>
                  <a:lnTo>
                    <a:pt x="289086" y="455442"/>
                  </a:lnTo>
                  <a:lnTo>
                    <a:pt x="248621" y="448225"/>
                  </a:lnTo>
                  <a:lnTo>
                    <a:pt x="204091" y="429962"/>
                  </a:lnTo>
                  <a:lnTo>
                    <a:pt x="171353" y="409003"/>
                  </a:lnTo>
                  <a:lnTo>
                    <a:pt x="154498" y="395184"/>
                  </a:lnTo>
                  <a:lnTo>
                    <a:pt x="149327" y="390199"/>
                  </a:lnTo>
                  <a:lnTo>
                    <a:pt x="148855" y="389771"/>
                  </a:lnTo>
                  <a:lnTo>
                    <a:pt x="143982" y="389771"/>
                  </a:lnTo>
                  <a:lnTo>
                    <a:pt x="142312" y="384752"/>
                  </a:lnTo>
                  <a:lnTo>
                    <a:pt x="141425" y="384752"/>
                  </a:lnTo>
                  <a:lnTo>
                    <a:pt x="140886" y="384403"/>
                  </a:lnTo>
                  <a:lnTo>
                    <a:pt x="135747" y="377644"/>
                  </a:lnTo>
                  <a:lnTo>
                    <a:pt x="129661" y="370746"/>
                  </a:lnTo>
                  <a:lnTo>
                    <a:pt x="127976" y="368895"/>
                  </a:lnTo>
                  <a:close/>
                </a:path>
                <a:path w="511175" h="521969">
                  <a:moveTo>
                    <a:pt x="472749" y="405149"/>
                  </a:moveTo>
                  <a:lnTo>
                    <a:pt x="455134" y="405167"/>
                  </a:lnTo>
                  <a:lnTo>
                    <a:pt x="446237" y="408621"/>
                  </a:lnTo>
                  <a:lnTo>
                    <a:pt x="434359" y="418204"/>
                  </a:lnTo>
                  <a:lnTo>
                    <a:pt x="392444" y="442423"/>
                  </a:lnTo>
                  <a:lnTo>
                    <a:pt x="345629" y="455082"/>
                  </a:lnTo>
                  <a:lnTo>
                    <a:pt x="296744" y="456808"/>
                  </a:lnTo>
                  <a:lnTo>
                    <a:pt x="425396" y="456808"/>
                  </a:lnTo>
                  <a:lnTo>
                    <a:pt x="452906" y="432817"/>
                  </a:lnTo>
                  <a:lnTo>
                    <a:pt x="497324" y="432817"/>
                  </a:lnTo>
                  <a:lnTo>
                    <a:pt x="500366" y="427873"/>
                  </a:lnTo>
                  <a:lnTo>
                    <a:pt x="507143" y="415823"/>
                  </a:lnTo>
                  <a:lnTo>
                    <a:pt x="510782" y="405874"/>
                  </a:lnTo>
                  <a:lnTo>
                    <a:pt x="472749" y="405149"/>
                  </a:lnTo>
                  <a:close/>
                </a:path>
                <a:path w="511175" h="521969">
                  <a:moveTo>
                    <a:pt x="497324" y="432817"/>
                  </a:moveTo>
                  <a:lnTo>
                    <a:pt x="452906" y="432817"/>
                  </a:lnTo>
                  <a:lnTo>
                    <a:pt x="461475" y="436553"/>
                  </a:lnTo>
                  <a:lnTo>
                    <a:pt x="478469" y="445617"/>
                  </a:lnTo>
                  <a:lnTo>
                    <a:pt x="487577" y="449592"/>
                  </a:lnTo>
                  <a:lnTo>
                    <a:pt x="492996" y="439852"/>
                  </a:lnTo>
                  <a:lnTo>
                    <a:pt x="497324" y="432817"/>
                  </a:lnTo>
                  <a:close/>
                </a:path>
                <a:path w="511175" h="521969">
                  <a:moveTo>
                    <a:pt x="144043" y="385415"/>
                  </a:moveTo>
                  <a:lnTo>
                    <a:pt x="143982" y="389771"/>
                  </a:lnTo>
                  <a:lnTo>
                    <a:pt x="148855" y="389771"/>
                  </a:lnTo>
                  <a:lnTo>
                    <a:pt x="144043" y="385415"/>
                  </a:lnTo>
                  <a:close/>
                </a:path>
                <a:path w="511175" h="521969">
                  <a:moveTo>
                    <a:pt x="142257" y="384587"/>
                  </a:moveTo>
                  <a:lnTo>
                    <a:pt x="141425" y="384752"/>
                  </a:lnTo>
                  <a:lnTo>
                    <a:pt x="142312" y="384752"/>
                  </a:lnTo>
                  <a:lnTo>
                    <a:pt x="142257" y="384587"/>
                  </a:lnTo>
                  <a:close/>
                </a:path>
                <a:path w="511175" h="521969">
                  <a:moveTo>
                    <a:pt x="17079" y="112753"/>
                  </a:moveTo>
                  <a:lnTo>
                    <a:pt x="20147" y="115623"/>
                  </a:lnTo>
                  <a:lnTo>
                    <a:pt x="30024" y="125647"/>
                  </a:lnTo>
                  <a:lnTo>
                    <a:pt x="30412" y="126147"/>
                  </a:lnTo>
                  <a:lnTo>
                    <a:pt x="36403" y="132339"/>
                  </a:lnTo>
                  <a:lnTo>
                    <a:pt x="38430" y="132756"/>
                  </a:lnTo>
                  <a:lnTo>
                    <a:pt x="44773" y="140284"/>
                  </a:lnTo>
                  <a:lnTo>
                    <a:pt x="42990" y="151110"/>
                  </a:lnTo>
                  <a:lnTo>
                    <a:pt x="39922" y="162699"/>
                  </a:lnTo>
                  <a:lnTo>
                    <a:pt x="36845" y="175100"/>
                  </a:lnTo>
                  <a:lnTo>
                    <a:pt x="35035" y="188362"/>
                  </a:lnTo>
                  <a:lnTo>
                    <a:pt x="0" y="188372"/>
                  </a:lnTo>
                  <a:lnTo>
                    <a:pt x="2250" y="241574"/>
                  </a:lnTo>
                  <a:lnTo>
                    <a:pt x="38834" y="253561"/>
                  </a:lnTo>
                  <a:lnTo>
                    <a:pt x="41547" y="267439"/>
                  </a:lnTo>
                  <a:lnTo>
                    <a:pt x="45410" y="279947"/>
                  </a:lnTo>
                  <a:lnTo>
                    <a:pt x="49846" y="292294"/>
                  </a:lnTo>
                  <a:lnTo>
                    <a:pt x="54277" y="305690"/>
                  </a:lnTo>
                  <a:lnTo>
                    <a:pt x="28954" y="321857"/>
                  </a:lnTo>
                  <a:lnTo>
                    <a:pt x="34385" y="333620"/>
                  </a:lnTo>
                  <a:lnTo>
                    <a:pt x="42429" y="347493"/>
                  </a:lnTo>
                  <a:lnTo>
                    <a:pt x="50951" y="361769"/>
                  </a:lnTo>
                  <a:lnTo>
                    <a:pt x="57812" y="374741"/>
                  </a:lnTo>
                  <a:lnTo>
                    <a:pt x="93438" y="368895"/>
                  </a:lnTo>
                  <a:lnTo>
                    <a:pt x="127976" y="368895"/>
                  </a:lnTo>
                  <a:lnTo>
                    <a:pt x="123154" y="363598"/>
                  </a:lnTo>
                  <a:lnTo>
                    <a:pt x="116752" y="356090"/>
                  </a:lnTo>
                  <a:lnTo>
                    <a:pt x="92382" y="319283"/>
                  </a:lnTo>
                  <a:lnTo>
                    <a:pt x="75255" y="278893"/>
                  </a:lnTo>
                  <a:lnTo>
                    <a:pt x="66628" y="236442"/>
                  </a:lnTo>
                  <a:lnTo>
                    <a:pt x="67760" y="193453"/>
                  </a:lnTo>
                  <a:lnTo>
                    <a:pt x="79912" y="151448"/>
                  </a:lnTo>
                  <a:lnTo>
                    <a:pt x="103769" y="112877"/>
                  </a:lnTo>
                  <a:lnTo>
                    <a:pt x="17868" y="112877"/>
                  </a:lnTo>
                  <a:lnTo>
                    <a:pt x="17079" y="112753"/>
                  </a:lnTo>
                  <a:close/>
                </a:path>
                <a:path w="511175" h="521969">
                  <a:moveTo>
                    <a:pt x="42617" y="73058"/>
                  </a:moveTo>
                  <a:lnTo>
                    <a:pt x="36790" y="81069"/>
                  </a:lnTo>
                  <a:lnTo>
                    <a:pt x="29577" y="92411"/>
                  </a:lnTo>
                  <a:lnTo>
                    <a:pt x="23279" y="103705"/>
                  </a:lnTo>
                  <a:lnTo>
                    <a:pt x="19872" y="112161"/>
                  </a:lnTo>
                  <a:lnTo>
                    <a:pt x="17868" y="112877"/>
                  </a:lnTo>
                  <a:lnTo>
                    <a:pt x="103769" y="112877"/>
                  </a:lnTo>
                  <a:lnTo>
                    <a:pt x="104343" y="111949"/>
                  </a:lnTo>
                  <a:lnTo>
                    <a:pt x="104580" y="111660"/>
                  </a:lnTo>
                  <a:lnTo>
                    <a:pt x="104180" y="111660"/>
                  </a:lnTo>
                  <a:lnTo>
                    <a:pt x="107431" y="108431"/>
                  </a:lnTo>
                  <a:lnTo>
                    <a:pt x="124658" y="92411"/>
                  </a:lnTo>
                  <a:lnTo>
                    <a:pt x="130275" y="89056"/>
                  </a:lnTo>
                  <a:lnTo>
                    <a:pt x="76989" y="89056"/>
                  </a:lnTo>
                  <a:lnTo>
                    <a:pt x="68056" y="85902"/>
                  </a:lnTo>
                  <a:lnTo>
                    <a:pt x="59794" y="81483"/>
                  </a:lnTo>
                  <a:lnTo>
                    <a:pt x="51537" y="76851"/>
                  </a:lnTo>
                  <a:lnTo>
                    <a:pt x="42617" y="73058"/>
                  </a:lnTo>
                  <a:close/>
                </a:path>
                <a:path w="511175" h="521969">
                  <a:moveTo>
                    <a:pt x="106156" y="109741"/>
                  </a:moveTo>
                  <a:lnTo>
                    <a:pt x="104180" y="111660"/>
                  </a:lnTo>
                  <a:lnTo>
                    <a:pt x="104580" y="111660"/>
                  </a:lnTo>
                  <a:lnTo>
                    <a:pt x="106156" y="109741"/>
                  </a:lnTo>
                  <a:close/>
                </a:path>
                <a:path w="511175" h="521969">
                  <a:moveTo>
                    <a:pt x="145145" y="7030"/>
                  </a:moveTo>
                  <a:lnTo>
                    <a:pt x="135277" y="10234"/>
                  </a:lnTo>
                  <a:lnTo>
                    <a:pt x="120670" y="16015"/>
                  </a:lnTo>
                  <a:lnTo>
                    <a:pt x="106732" y="22155"/>
                  </a:lnTo>
                  <a:lnTo>
                    <a:pt x="98874" y="26435"/>
                  </a:lnTo>
                  <a:lnTo>
                    <a:pt x="112360" y="61274"/>
                  </a:lnTo>
                  <a:lnTo>
                    <a:pt x="102853" y="66492"/>
                  </a:lnTo>
                  <a:lnTo>
                    <a:pt x="93109" y="74050"/>
                  </a:lnTo>
                  <a:lnTo>
                    <a:pt x="84147" y="82165"/>
                  </a:lnTo>
                  <a:lnTo>
                    <a:pt x="76989" y="89056"/>
                  </a:lnTo>
                  <a:lnTo>
                    <a:pt x="130275" y="89056"/>
                  </a:lnTo>
                  <a:lnTo>
                    <a:pt x="139132" y="83766"/>
                  </a:lnTo>
                  <a:lnTo>
                    <a:pt x="157347" y="72498"/>
                  </a:lnTo>
                  <a:lnTo>
                    <a:pt x="183282" y="61633"/>
                  </a:lnTo>
                  <a:lnTo>
                    <a:pt x="220913" y="54194"/>
                  </a:lnTo>
                  <a:lnTo>
                    <a:pt x="261830" y="53137"/>
                  </a:lnTo>
                  <a:lnTo>
                    <a:pt x="307233" y="53137"/>
                  </a:lnTo>
                  <a:lnTo>
                    <a:pt x="286899" y="44016"/>
                  </a:lnTo>
                  <a:lnTo>
                    <a:pt x="285013" y="36332"/>
                  </a:lnTo>
                  <a:lnTo>
                    <a:pt x="172365" y="36332"/>
                  </a:lnTo>
                  <a:lnTo>
                    <a:pt x="162883" y="31467"/>
                  </a:lnTo>
                  <a:lnTo>
                    <a:pt x="154574" y="18270"/>
                  </a:lnTo>
                  <a:lnTo>
                    <a:pt x="145145" y="7030"/>
                  </a:lnTo>
                  <a:close/>
                </a:path>
                <a:path w="511175" h="521969">
                  <a:moveTo>
                    <a:pt x="307233" y="53137"/>
                  </a:moveTo>
                  <a:lnTo>
                    <a:pt x="261830" y="53137"/>
                  </a:lnTo>
                  <a:lnTo>
                    <a:pt x="291808" y="57740"/>
                  </a:lnTo>
                  <a:lnTo>
                    <a:pt x="315382" y="64545"/>
                  </a:lnTo>
                  <a:lnTo>
                    <a:pt x="337089" y="70091"/>
                  </a:lnTo>
                  <a:lnTo>
                    <a:pt x="334993" y="66208"/>
                  </a:lnTo>
                  <a:lnTo>
                    <a:pt x="333043" y="64712"/>
                  </a:lnTo>
                  <a:lnTo>
                    <a:pt x="307233" y="53137"/>
                  </a:lnTo>
                  <a:close/>
                </a:path>
                <a:path w="511175" h="521969">
                  <a:moveTo>
                    <a:pt x="334065" y="64490"/>
                  </a:moveTo>
                  <a:lnTo>
                    <a:pt x="334993" y="66208"/>
                  </a:lnTo>
                  <a:lnTo>
                    <a:pt x="339153" y="69400"/>
                  </a:lnTo>
                  <a:lnTo>
                    <a:pt x="334065" y="64490"/>
                  </a:lnTo>
                  <a:close/>
                </a:path>
                <a:path w="511175" h="521969">
                  <a:moveTo>
                    <a:pt x="223111" y="0"/>
                  </a:moveTo>
                  <a:lnTo>
                    <a:pt x="219471" y="33595"/>
                  </a:lnTo>
                  <a:lnTo>
                    <a:pt x="189176" y="35997"/>
                  </a:lnTo>
                  <a:lnTo>
                    <a:pt x="172365" y="36332"/>
                  </a:lnTo>
                  <a:lnTo>
                    <a:pt x="285013" y="36332"/>
                  </a:lnTo>
                  <a:lnTo>
                    <a:pt x="278532" y="9921"/>
                  </a:lnTo>
                  <a:lnTo>
                    <a:pt x="223111" y="0"/>
                  </a:lnTo>
                  <a:close/>
                </a:path>
              </a:pathLst>
            </a:custGeom>
            <a:solidFill>
              <a:srgbClr val="9694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3735" y="2205946"/>
              <a:ext cx="406877" cy="38385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98474" y="2930951"/>
              <a:ext cx="173990" cy="45720"/>
            </a:xfrm>
            <a:custGeom>
              <a:avLst/>
              <a:gdLst/>
              <a:ahLst/>
              <a:cxnLst/>
              <a:rect l="l" t="t" r="r" b="b"/>
              <a:pathLst>
                <a:path w="173990" h="45719">
                  <a:moveTo>
                    <a:pt x="128409" y="16408"/>
                  </a:moveTo>
                  <a:lnTo>
                    <a:pt x="0" y="16408"/>
                  </a:lnTo>
                  <a:lnTo>
                    <a:pt x="0" y="29070"/>
                  </a:lnTo>
                  <a:lnTo>
                    <a:pt x="128409" y="29070"/>
                  </a:lnTo>
                  <a:lnTo>
                    <a:pt x="128409" y="22733"/>
                  </a:lnTo>
                  <a:lnTo>
                    <a:pt x="128409" y="16408"/>
                  </a:lnTo>
                  <a:close/>
                </a:path>
                <a:path w="173990" h="45719">
                  <a:moveTo>
                    <a:pt x="173888" y="22733"/>
                  </a:moveTo>
                  <a:lnTo>
                    <a:pt x="172097" y="13881"/>
                  </a:lnTo>
                  <a:lnTo>
                    <a:pt x="167233" y="6654"/>
                  </a:lnTo>
                  <a:lnTo>
                    <a:pt x="159994" y="1790"/>
                  </a:lnTo>
                  <a:lnTo>
                    <a:pt x="151142" y="0"/>
                  </a:lnTo>
                  <a:lnTo>
                    <a:pt x="142303" y="1790"/>
                  </a:lnTo>
                  <a:lnTo>
                    <a:pt x="135064" y="6654"/>
                  </a:lnTo>
                  <a:lnTo>
                    <a:pt x="130200" y="13881"/>
                  </a:lnTo>
                  <a:lnTo>
                    <a:pt x="128409" y="22733"/>
                  </a:lnTo>
                  <a:lnTo>
                    <a:pt x="130200" y="31584"/>
                  </a:lnTo>
                  <a:lnTo>
                    <a:pt x="135064" y="38811"/>
                  </a:lnTo>
                  <a:lnTo>
                    <a:pt x="142303" y="43688"/>
                  </a:lnTo>
                  <a:lnTo>
                    <a:pt x="151142" y="45478"/>
                  </a:lnTo>
                  <a:lnTo>
                    <a:pt x="159994" y="43688"/>
                  </a:lnTo>
                  <a:lnTo>
                    <a:pt x="167233" y="38811"/>
                  </a:lnTo>
                  <a:lnTo>
                    <a:pt x="172097" y="31584"/>
                  </a:lnTo>
                  <a:lnTo>
                    <a:pt x="173888" y="22733"/>
                  </a:lnTo>
                  <a:close/>
                </a:path>
              </a:pathLst>
            </a:custGeom>
            <a:solidFill>
              <a:srgbClr val="4E4E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00295" y="2772550"/>
              <a:ext cx="4034154" cy="558800"/>
            </a:xfrm>
            <a:custGeom>
              <a:avLst/>
              <a:gdLst/>
              <a:ahLst/>
              <a:cxnLst/>
              <a:rect l="l" t="t" r="r" b="b"/>
              <a:pathLst>
                <a:path w="4034154" h="558800">
                  <a:moveTo>
                    <a:pt x="3918722" y="0"/>
                  </a:moveTo>
                  <a:lnTo>
                    <a:pt x="115167" y="0"/>
                  </a:lnTo>
                  <a:lnTo>
                    <a:pt x="70448" y="9087"/>
                  </a:lnTo>
                  <a:lnTo>
                    <a:pt x="33829" y="33829"/>
                  </a:lnTo>
                  <a:lnTo>
                    <a:pt x="9087" y="70448"/>
                  </a:lnTo>
                  <a:lnTo>
                    <a:pt x="0" y="115167"/>
                  </a:lnTo>
                  <a:lnTo>
                    <a:pt x="0" y="443224"/>
                  </a:lnTo>
                  <a:lnTo>
                    <a:pt x="9102" y="487943"/>
                  </a:lnTo>
                  <a:lnTo>
                    <a:pt x="33870" y="524563"/>
                  </a:lnTo>
                  <a:lnTo>
                    <a:pt x="70495" y="549305"/>
                  </a:lnTo>
                  <a:lnTo>
                    <a:pt x="115167" y="558392"/>
                  </a:lnTo>
                  <a:lnTo>
                    <a:pt x="3918722" y="558392"/>
                  </a:lnTo>
                  <a:lnTo>
                    <a:pt x="3963394" y="549289"/>
                  </a:lnTo>
                  <a:lnTo>
                    <a:pt x="4000018" y="524521"/>
                  </a:lnTo>
                  <a:lnTo>
                    <a:pt x="4024787" y="487896"/>
                  </a:lnTo>
                  <a:lnTo>
                    <a:pt x="4033889" y="443224"/>
                  </a:lnTo>
                  <a:lnTo>
                    <a:pt x="4033889" y="115167"/>
                  </a:lnTo>
                  <a:lnTo>
                    <a:pt x="4024802" y="70495"/>
                  </a:lnTo>
                  <a:lnTo>
                    <a:pt x="4000060" y="33871"/>
                  </a:lnTo>
                  <a:lnTo>
                    <a:pt x="3963440" y="9102"/>
                  </a:lnTo>
                  <a:lnTo>
                    <a:pt x="3918722" y="0"/>
                  </a:lnTo>
                  <a:close/>
                </a:path>
              </a:pathLst>
            </a:custGeom>
            <a:solidFill>
              <a:srgbClr val="F27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4183" y="2825340"/>
              <a:ext cx="482600" cy="485140"/>
            </a:xfrm>
            <a:custGeom>
              <a:avLst/>
              <a:gdLst/>
              <a:ahLst/>
              <a:cxnLst/>
              <a:rect l="l" t="t" r="r" b="b"/>
              <a:pathLst>
                <a:path w="482600" h="485139">
                  <a:moveTo>
                    <a:pt x="0" y="397541"/>
                  </a:moveTo>
                  <a:lnTo>
                    <a:pt x="57527" y="462269"/>
                  </a:lnTo>
                  <a:lnTo>
                    <a:pt x="95197" y="483597"/>
                  </a:lnTo>
                  <a:lnTo>
                    <a:pt x="109397" y="485040"/>
                  </a:lnTo>
                  <a:lnTo>
                    <a:pt x="411624" y="485040"/>
                  </a:lnTo>
                  <a:lnTo>
                    <a:pt x="451072" y="472926"/>
                  </a:lnTo>
                  <a:lnTo>
                    <a:pt x="476724" y="441808"/>
                  </a:lnTo>
                  <a:lnTo>
                    <a:pt x="481699" y="420275"/>
                  </a:lnTo>
                  <a:lnTo>
                    <a:pt x="51829" y="420275"/>
                  </a:lnTo>
                  <a:lnTo>
                    <a:pt x="37631" y="418832"/>
                  </a:lnTo>
                  <a:lnTo>
                    <a:pt x="24386" y="414698"/>
                  </a:lnTo>
                  <a:lnTo>
                    <a:pt x="12384" y="408162"/>
                  </a:lnTo>
                  <a:lnTo>
                    <a:pt x="1915" y="399514"/>
                  </a:lnTo>
                  <a:lnTo>
                    <a:pt x="807" y="398405"/>
                  </a:lnTo>
                  <a:lnTo>
                    <a:pt x="0" y="397541"/>
                  </a:lnTo>
                  <a:close/>
                </a:path>
                <a:path w="482600" h="485139">
                  <a:moveTo>
                    <a:pt x="406389" y="0"/>
                  </a:moveTo>
                  <a:lnTo>
                    <a:pt x="414031" y="10088"/>
                  </a:lnTo>
                  <a:lnTo>
                    <a:pt x="419818" y="21536"/>
                  </a:lnTo>
                  <a:lnTo>
                    <a:pt x="423466" y="34044"/>
                  </a:lnTo>
                  <a:lnTo>
                    <a:pt x="424735" y="47372"/>
                  </a:lnTo>
                  <a:lnTo>
                    <a:pt x="424735" y="349599"/>
                  </a:lnTo>
                  <a:lnTo>
                    <a:pt x="412621" y="389046"/>
                  </a:lnTo>
                  <a:lnTo>
                    <a:pt x="381504" y="414698"/>
                  </a:lnTo>
                  <a:lnTo>
                    <a:pt x="354060" y="420275"/>
                  </a:lnTo>
                  <a:lnTo>
                    <a:pt x="481699" y="420275"/>
                  </a:lnTo>
                  <a:lnTo>
                    <a:pt x="482265" y="414698"/>
                  </a:lnTo>
                  <a:lnTo>
                    <a:pt x="482299" y="112137"/>
                  </a:lnTo>
                  <a:lnTo>
                    <a:pt x="481069" y="99006"/>
                  </a:lnTo>
                  <a:lnTo>
                    <a:pt x="477529" y="86668"/>
                  </a:lnTo>
                  <a:lnTo>
                    <a:pt x="471907" y="75350"/>
                  </a:lnTo>
                  <a:lnTo>
                    <a:pt x="464429" y="65279"/>
                  </a:lnTo>
                  <a:lnTo>
                    <a:pt x="406389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6453" y="2803149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59" h="441960">
                  <a:moveTo>
                    <a:pt x="371789" y="0"/>
                  </a:moveTo>
                  <a:lnTo>
                    <a:pt x="69559" y="0"/>
                  </a:lnTo>
                  <a:lnTo>
                    <a:pt x="42549" y="5488"/>
                  </a:lnTo>
                  <a:lnTo>
                    <a:pt x="20431" y="20433"/>
                  </a:lnTo>
                  <a:lnTo>
                    <a:pt x="5488" y="42551"/>
                  </a:lnTo>
                  <a:lnTo>
                    <a:pt x="0" y="69559"/>
                  </a:lnTo>
                  <a:lnTo>
                    <a:pt x="0" y="371789"/>
                  </a:lnTo>
                  <a:lnTo>
                    <a:pt x="5488" y="398801"/>
                  </a:lnTo>
                  <a:lnTo>
                    <a:pt x="20431" y="420919"/>
                  </a:lnTo>
                  <a:lnTo>
                    <a:pt x="42549" y="435862"/>
                  </a:lnTo>
                  <a:lnTo>
                    <a:pt x="69559" y="441350"/>
                  </a:lnTo>
                  <a:lnTo>
                    <a:pt x="371789" y="441350"/>
                  </a:lnTo>
                  <a:lnTo>
                    <a:pt x="398800" y="435862"/>
                  </a:lnTo>
                  <a:lnTo>
                    <a:pt x="420917" y="420919"/>
                  </a:lnTo>
                  <a:lnTo>
                    <a:pt x="435861" y="398801"/>
                  </a:lnTo>
                  <a:lnTo>
                    <a:pt x="441349" y="371789"/>
                  </a:lnTo>
                  <a:lnTo>
                    <a:pt x="441349" y="69559"/>
                  </a:lnTo>
                  <a:lnTo>
                    <a:pt x="435861" y="42551"/>
                  </a:lnTo>
                  <a:lnTo>
                    <a:pt x="420917" y="20433"/>
                  </a:lnTo>
                  <a:lnTo>
                    <a:pt x="398800" y="5488"/>
                  </a:lnTo>
                  <a:lnTo>
                    <a:pt x="371789" y="0"/>
                  </a:lnTo>
                  <a:close/>
                </a:path>
              </a:pathLst>
            </a:custGeom>
            <a:solidFill>
              <a:srgbClr val="F27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2329" y="2902971"/>
              <a:ext cx="330200" cy="241935"/>
            </a:xfrm>
            <a:custGeom>
              <a:avLst/>
              <a:gdLst/>
              <a:ahLst/>
              <a:cxnLst/>
              <a:rect l="l" t="t" r="r" b="b"/>
              <a:pathLst>
                <a:path w="330200" h="241935">
                  <a:moveTo>
                    <a:pt x="43945" y="65892"/>
                  </a:moveTo>
                  <a:lnTo>
                    <a:pt x="13732" y="72068"/>
                  </a:lnTo>
                  <a:lnTo>
                    <a:pt x="0" y="89725"/>
                  </a:lnTo>
                  <a:lnTo>
                    <a:pt x="56" y="196058"/>
                  </a:lnTo>
                  <a:lnTo>
                    <a:pt x="5384" y="208535"/>
                  </a:lnTo>
                  <a:lnTo>
                    <a:pt x="18935" y="215730"/>
                  </a:lnTo>
                  <a:lnTo>
                    <a:pt x="36751" y="218973"/>
                  </a:lnTo>
                  <a:lnTo>
                    <a:pt x="54931" y="219729"/>
                  </a:lnTo>
                  <a:lnTo>
                    <a:pt x="60594" y="229989"/>
                  </a:lnTo>
                  <a:lnTo>
                    <a:pt x="70867" y="236784"/>
                  </a:lnTo>
                  <a:lnTo>
                    <a:pt x="84158" y="240545"/>
                  </a:lnTo>
                  <a:lnTo>
                    <a:pt x="98877" y="241703"/>
                  </a:lnTo>
                  <a:lnTo>
                    <a:pt x="126504" y="237707"/>
                  </a:lnTo>
                  <a:lnTo>
                    <a:pt x="135174" y="230715"/>
                  </a:lnTo>
                  <a:lnTo>
                    <a:pt x="89740" y="230715"/>
                  </a:lnTo>
                  <a:lnTo>
                    <a:pt x="82176" y="229675"/>
                  </a:lnTo>
                  <a:lnTo>
                    <a:pt x="68886" y="225103"/>
                  </a:lnTo>
                  <a:lnTo>
                    <a:pt x="66174" y="223526"/>
                  </a:lnTo>
                  <a:lnTo>
                    <a:pt x="65919" y="214235"/>
                  </a:lnTo>
                  <a:lnTo>
                    <a:pt x="126277" y="214235"/>
                  </a:lnTo>
                  <a:lnTo>
                    <a:pt x="131838" y="212406"/>
                  </a:lnTo>
                  <a:lnTo>
                    <a:pt x="142872" y="212406"/>
                  </a:lnTo>
                  <a:lnTo>
                    <a:pt x="142860" y="208835"/>
                  </a:lnTo>
                  <a:lnTo>
                    <a:pt x="45572" y="208835"/>
                  </a:lnTo>
                  <a:lnTo>
                    <a:pt x="36358" y="208643"/>
                  </a:lnTo>
                  <a:lnTo>
                    <a:pt x="27388" y="207472"/>
                  </a:lnTo>
                  <a:lnTo>
                    <a:pt x="18762" y="204627"/>
                  </a:lnTo>
                  <a:lnTo>
                    <a:pt x="11793" y="201386"/>
                  </a:lnTo>
                  <a:lnTo>
                    <a:pt x="10986" y="200105"/>
                  </a:lnTo>
                  <a:lnTo>
                    <a:pt x="10986" y="190432"/>
                  </a:lnTo>
                  <a:lnTo>
                    <a:pt x="49285" y="190432"/>
                  </a:lnTo>
                  <a:lnTo>
                    <a:pt x="49438" y="188603"/>
                  </a:lnTo>
                  <a:lnTo>
                    <a:pt x="38022" y="186201"/>
                  </a:lnTo>
                  <a:lnTo>
                    <a:pt x="25405" y="185134"/>
                  </a:lnTo>
                  <a:lnTo>
                    <a:pt x="15192" y="180765"/>
                  </a:lnTo>
                  <a:lnTo>
                    <a:pt x="10986" y="168457"/>
                  </a:lnTo>
                  <a:lnTo>
                    <a:pt x="49285" y="168457"/>
                  </a:lnTo>
                  <a:lnTo>
                    <a:pt x="49438" y="166629"/>
                  </a:lnTo>
                  <a:lnTo>
                    <a:pt x="44045" y="165114"/>
                  </a:lnTo>
                  <a:lnTo>
                    <a:pt x="37628" y="164508"/>
                  </a:lnTo>
                  <a:lnTo>
                    <a:pt x="30782" y="163971"/>
                  </a:lnTo>
                  <a:lnTo>
                    <a:pt x="24102" y="162669"/>
                  </a:lnTo>
                  <a:lnTo>
                    <a:pt x="15248" y="159947"/>
                  </a:lnTo>
                  <a:lnTo>
                    <a:pt x="10986" y="158935"/>
                  </a:lnTo>
                  <a:lnTo>
                    <a:pt x="10986" y="146486"/>
                  </a:lnTo>
                  <a:lnTo>
                    <a:pt x="76286" y="146486"/>
                  </a:lnTo>
                  <a:lnTo>
                    <a:pt x="83046" y="142825"/>
                  </a:lnTo>
                  <a:lnTo>
                    <a:pt x="30923" y="142825"/>
                  </a:lnTo>
                  <a:lnTo>
                    <a:pt x="24249" y="141259"/>
                  </a:lnTo>
                  <a:lnTo>
                    <a:pt x="11784" y="135453"/>
                  </a:lnTo>
                  <a:lnTo>
                    <a:pt x="10986" y="134185"/>
                  </a:lnTo>
                  <a:lnTo>
                    <a:pt x="10986" y="124512"/>
                  </a:lnTo>
                  <a:lnTo>
                    <a:pt x="88216" y="124512"/>
                  </a:lnTo>
                  <a:lnTo>
                    <a:pt x="88329" y="120851"/>
                  </a:lnTo>
                  <a:lnTo>
                    <a:pt x="30923" y="120851"/>
                  </a:lnTo>
                  <a:lnTo>
                    <a:pt x="24249" y="119288"/>
                  </a:lnTo>
                  <a:lnTo>
                    <a:pt x="11786" y="113482"/>
                  </a:lnTo>
                  <a:lnTo>
                    <a:pt x="11034" y="112290"/>
                  </a:lnTo>
                  <a:lnTo>
                    <a:pt x="10986" y="102542"/>
                  </a:lnTo>
                  <a:lnTo>
                    <a:pt x="88149" y="102542"/>
                  </a:lnTo>
                  <a:lnTo>
                    <a:pt x="88083" y="99284"/>
                  </a:lnTo>
                  <a:lnTo>
                    <a:pt x="43945" y="99284"/>
                  </a:lnTo>
                  <a:lnTo>
                    <a:pt x="24146" y="96436"/>
                  </a:lnTo>
                  <a:lnTo>
                    <a:pt x="10986" y="87892"/>
                  </a:lnTo>
                  <a:lnTo>
                    <a:pt x="24146" y="79349"/>
                  </a:lnTo>
                  <a:lnTo>
                    <a:pt x="43945" y="76501"/>
                  </a:lnTo>
                  <a:lnTo>
                    <a:pt x="77853" y="76501"/>
                  </a:lnTo>
                  <a:lnTo>
                    <a:pt x="74157" y="71633"/>
                  </a:lnTo>
                  <a:lnTo>
                    <a:pt x="43945" y="65892"/>
                  </a:lnTo>
                  <a:close/>
                </a:path>
                <a:path w="330200" h="241935">
                  <a:moveTo>
                    <a:pt x="142872" y="212406"/>
                  </a:moveTo>
                  <a:lnTo>
                    <a:pt x="131838" y="212406"/>
                  </a:lnTo>
                  <a:lnTo>
                    <a:pt x="129005" y="222780"/>
                  </a:lnTo>
                  <a:lnTo>
                    <a:pt x="121384" y="228239"/>
                  </a:lnTo>
                  <a:lnTo>
                    <a:pt x="110292" y="230359"/>
                  </a:lnTo>
                  <a:lnTo>
                    <a:pt x="97044" y="230715"/>
                  </a:lnTo>
                  <a:lnTo>
                    <a:pt x="135174" y="230715"/>
                  </a:lnTo>
                  <a:lnTo>
                    <a:pt x="139304" y="227385"/>
                  </a:lnTo>
                  <a:lnTo>
                    <a:pt x="142875" y="213236"/>
                  </a:lnTo>
                  <a:lnTo>
                    <a:pt x="142872" y="212406"/>
                  </a:lnTo>
                  <a:close/>
                </a:path>
                <a:path w="330200" h="241935">
                  <a:moveTo>
                    <a:pt x="126277" y="214235"/>
                  </a:moveTo>
                  <a:lnTo>
                    <a:pt x="65919" y="214235"/>
                  </a:lnTo>
                  <a:lnTo>
                    <a:pt x="77073" y="216497"/>
                  </a:lnTo>
                  <a:lnTo>
                    <a:pt x="92451" y="219388"/>
                  </a:lnTo>
                  <a:lnTo>
                    <a:pt x="111043" y="219245"/>
                  </a:lnTo>
                  <a:lnTo>
                    <a:pt x="126277" y="214235"/>
                  </a:lnTo>
                  <a:close/>
                </a:path>
                <a:path w="330200" h="241935">
                  <a:moveTo>
                    <a:pt x="97044" y="153813"/>
                  </a:moveTo>
                  <a:lnTo>
                    <a:pt x="69446" y="158546"/>
                  </a:lnTo>
                  <a:lnTo>
                    <a:pt x="57305" y="171012"/>
                  </a:lnTo>
                  <a:lnTo>
                    <a:pt x="54506" y="188603"/>
                  </a:lnTo>
                  <a:lnTo>
                    <a:pt x="54931" y="208744"/>
                  </a:lnTo>
                  <a:lnTo>
                    <a:pt x="45572" y="208835"/>
                  </a:lnTo>
                  <a:lnTo>
                    <a:pt x="142860" y="208835"/>
                  </a:lnTo>
                  <a:lnTo>
                    <a:pt x="101299" y="208782"/>
                  </a:lnTo>
                  <a:lnTo>
                    <a:pt x="93383" y="208744"/>
                  </a:lnTo>
                  <a:lnTo>
                    <a:pt x="82182" y="207931"/>
                  </a:lnTo>
                  <a:lnTo>
                    <a:pt x="73509" y="205050"/>
                  </a:lnTo>
                  <a:lnTo>
                    <a:pt x="67907" y="199438"/>
                  </a:lnTo>
                  <a:lnTo>
                    <a:pt x="65919" y="190432"/>
                  </a:lnTo>
                  <a:lnTo>
                    <a:pt x="329594" y="190432"/>
                  </a:lnTo>
                  <a:lnTo>
                    <a:pt x="329594" y="187175"/>
                  </a:lnTo>
                  <a:lnTo>
                    <a:pt x="98877" y="187175"/>
                  </a:lnTo>
                  <a:lnTo>
                    <a:pt x="79079" y="184327"/>
                  </a:lnTo>
                  <a:lnTo>
                    <a:pt x="65919" y="175783"/>
                  </a:lnTo>
                  <a:lnTo>
                    <a:pt x="78954" y="167304"/>
                  </a:lnTo>
                  <a:lnTo>
                    <a:pt x="98695" y="164342"/>
                  </a:lnTo>
                  <a:lnTo>
                    <a:pt x="135537" y="164342"/>
                  </a:lnTo>
                  <a:lnTo>
                    <a:pt x="127219" y="158890"/>
                  </a:lnTo>
                  <a:lnTo>
                    <a:pt x="112394" y="154973"/>
                  </a:lnTo>
                  <a:lnTo>
                    <a:pt x="97044" y="153813"/>
                  </a:lnTo>
                  <a:close/>
                </a:path>
                <a:path w="330200" h="241935">
                  <a:moveTo>
                    <a:pt x="329594" y="190432"/>
                  </a:moveTo>
                  <a:lnTo>
                    <a:pt x="131838" y="190432"/>
                  </a:lnTo>
                  <a:lnTo>
                    <a:pt x="131838" y="201095"/>
                  </a:lnTo>
                  <a:lnTo>
                    <a:pt x="130394" y="202016"/>
                  </a:lnTo>
                  <a:lnTo>
                    <a:pt x="122777" y="205177"/>
                  </a:lnTo>
                  <a:lnTo>
                    <a:pt x="115471" y="207521"/>
                  </a:lnTo>
                  <a:lnTo>
                    <a:pt x="108487" y="208548"/>
                  </a:lnTo>
                  <a:lnTo>
                    <a:pt x="101299" y="208782"/>
                  </a:lnTo>
                  <a:lnTo>
                    <a:pt x="142860" y="208782"/>
                  </a:lnTo>
                  <a:lnTo>
                    <a:pt x="142821" y="197758"/>
                  </a:lnTo>
                  <a:lnTo>
                    <a:pt x="326555" y="197758"/>
                  </a:lnTo>
                  <a:lnTo>
                    <a:pt x="329594" y="194720"/>
                  </a:lnTo>
                  <a:lnTo>
                    <a:pt x="329594" y="190432"/>
                  </a:lnTo>
                  <a:close/>
                </a:path>
                <a:path w="330200" h="241935">
                  <a:moveTo>
                    <a:pt x="131838" y="190432"/>
                  </a:moveTo>
                  <a:lnTo>
                    <a:pt x="65919" y="190432"/>
                  </a:lnTo>
                  <a:lnTo>
                    <a:pt x="81757" y="196058"/>
                  </a:lnTo>
                  <a:lnTo>
                    <a:pt x="99274" y="197828"/>
                  </a:lnTo>
                  <a:lnTo>
                    <a:pt x="116593" y="195901"/>
                  </a:lnTo>
                  <a:lnTo>
                    <a:pt x="131838" y="190432"/>
                  </a:lnTo>
                  <a:close/>
                </a:path>
                <a:path w="330200" h="241935">
                  <a:moveTo>
                    <a:pt x="49285" y="190432"/>
                  </a:moveTo>
                  <a:lnTo>
                    <a:pt x="10986" y="190432"/>
                  </a:lnTo>
                  <a:lnTo>
                    <a:pt x="17841" y="193405"/>
                  </a:lnTo>
                  <a:lnTo>
                    <a:pt x="25867" y="195720"/>
                  </a:lnTo>
                  <a:lnTo>
                    <a:pt x="34692" y="197223"/>
                  </a:lnTo>
                  <a:lnTo>
                    <a:pt x="43944" y="197758"/>
                  </a:lnTo>
                  <a:lnTo>
                    <a:pt x="47782" y="197758"/>
                  </a:lnTo>
                  <a:lnTo>
                    <a:pt x="49077" y="192909"/>
                  </a:lnTo>
                  <a:lnTo>
                    <a:pt x="49285" y="190432"/>
                  </a:lnTo>
                  <a:close/>
                </a:path>
                <a:path w="330200" h="241935">
                  <a:moveTo>
                    <a:pt x="135537" y="164342"/>
                  </a:moveTo>
                  <a:lnTo>
                    <a:pt x="98695" y="164342"/>
                  </a:lnTo>
                  <a:lnTo>
                    <a:pt x="118527" y="167100"/>
                  </a:lnTo>
                  <a:lnTo>
                    <a:pt x="131838" y="175783"/>
                  </a:lnTo>
                  <a:lnTo>
                    <a:pt x="118676" y="184327"/>
                  </a:lnTo>
                  <a:lnTo>
                    <a:pt x="98877" y="187175"/>
                  </a:lnTo>
                  <a:lnTo>
                    <a:pt x="329594" y="187175"/>
                  </a:lnTo>
                  <a:lnTo>
                    <a:pt x="329594" y="186771"/>
                  </a:lnTo>
                  <a:lnTo>
                    <a:pt x="142821" y="186771"/>
                  </a:lnTo>
                  <a:lnTo>
                    <a:pt x="142821" y="177615"/>
                  </a:lnTo>
                  <a:lnTo>
                    <a:pt x="138401" y="166219"/>
                  </a:lnTo>
                  <a:lnTo>
                    <a:pt x="135537" y="164342"/>
                  </a:lnTo>
                  <a:close/>
                </a:path>
                <a:path w="330200" h="241935">
                  <a:moveTo>
                    <a:pt x="159302" y="164796"/>
                  </a:moveTo>
                  <a:lnTo>
                    <a:pt x="155411" y="167717"/>
                  </a:lnTo>
                  <a:lnTo>
                    <a:pt x="153860" y="170803"/>
                  </a:lnTo>
                  <a:lnTo>
                    <a:pt x="153837" y="171432"/>
                  </a:lnTo>
                  <a:lnTo>
                    <a:pt x="153721" y="180765"/>
                  </a:lnTo>
                  <a:lnTo>
                    <a:pt x="153809" y="186771"/>
                  </a:lnTo>
                  <a:lnTo>
                    <a:pt x="164796" y="186771"/>
                  </a:lnTo>
                  <a:lnTo>
                    <a:pt x="164884" y="180765"/>
                  </a:lnTo>
                  <a:lnTo>
                    <a:pt x="164768" y="171432"/>
                  </a:lnTo>
                  <a:lnTo>
                    <a:pt x="164745" y="170803"/>
                  </a:lnTo>
                  <a:lnTo>
                    <a:pt x="163193" y="167717"/>
                  </a:lnTo>
                  <a:lnTo>
                    <a:pt x="159302" y="164796"/>
                  </a:lnTo>
                  <a:close/>
                </a:path>
                <a:path w="330200" h="241935">
                  <a:moveTo>
                    <a:pt x="192261" y="120851"/>
                  </a:moveTo>
                  <a:lnTo>
                    <a:pt x="189412" y="122759"/>
                  </a:lnTo>
                  <a:lnTo>
                    <a:pt x="186767" y="123277"/>
                  </a:lnTo>
                  <a:lnTo>
                    <a:pt x="186767" y="186771"/>
                  </a:lnTo>
                  <a:lnTo>
                    <a:pt x="197754" y="186771"/>
                  </a:lnTo>
                  <a:lnTo>
                    <a:pt x="197754" y="123277"/>
                  </a:lnTo>
                  <a:lnTo>
                    <a:pt x="195112" y="122759"/>
                  </a:lnTo>
                  <a:lnTo>
                    <a:pt x="192261" y="120851"/>
                  </a:lnTo>
                  <a:close/>
                </a:path>
                <a:path w="330200" h="241935">
                  <a:moveTo>
                    <a:pt x="225223" y="142825"/>
                  </a:moveTo>
                  <a:lnTo>
                    <a:pt x="220468" y="148292"/>
                  </a:lnTo>
                  <a:lnTo>
                    <a:pt x="219013" y="156431"/>
                  </a:lnTo>
                  <a:lnTo>
                    <a:pt x="219729" y="186771"/>
                  </a:lnTo>
                  <a:lnTo>
                    <a:pt x="230715" y="186771"/>
                  </a:lnTo>
                  <a:lnTo>
                    <a:pt x="231430" y="156431"/>
                  </a:lnTo>
                  <a:lnTo>
                    <a:pt x="229975" y="148292"/>
                  </a:lnTo>
                  <a:lnTo>
                    <a:pt x="225223" y="142825"/>
                  </a:lnTo>
                  <a:close/>
                </a:path>
                <a:path w="330200" h="241935">
                  <a:moveTo>
                    <a:pt x="258180" y="109863"/>
                  </a:moveTo>
                  <a:lnTo>
                    <a:pt x="255329" y="111772"/>
                  </a:lnTo>
                  <a:lnTo>
                    <a:pt x="252686" y="112290"/>
                  </a:lnTo>
                  <a:lnTo>
                    <a:pt x="252686" y="186771"/>
                  </a:lnTo>
                  <a:lnTo>
                    <a:pt x="263674" y="186771"/>
                  </a:lnTo>
                  <a:lnTo>
                    <a:pt x="263674" y="112290"/>
                  </a:lnTo>
                  <a:lnTo>
                    <a:pt x="261031" y="111772"/>
                  </a:lnTo>
                  <a:lnTo>
                    <a:pt x="258180" y="109863"/>
                  </a:lnTo>
                  <a:close/>
                </a:path>
                <a:path w="330200" h="241935">
                  <a:moveTo>
                    <a:pt x="291142" y="87892"/>
                  </a:moveTo>
                  <a:lnTo>
                    <a:pt x="288291" y="89801"/>
                  </a:lnTo>
                  <a:lnTo>
                    <a:pt x="285648" y="90319"/>
                  </a:lnTo>
                  <a:lnTo>
                    <a:pt x="285648" y="186771"/>
                  </a:lnTo>
                  <a:lnTo>
                    <a:pt x="296632" y="186771"/>
                  </a:lnTo>
                  <a:lnTo>
                    <a:pt x="296632" y="90319"/>
                  </a:lnTo>
                  <a:lnTo>
                    <a:pt x="293989" y="89801"/>
                  </a:lnTo>
                  <a:lnTo>
                    <a:pt x="291142" y="87892"/>
                  </a:lnTo>
                  <a:close/>
                </a:path>
                <a:path w="330200" h="241935">
                  <a:moveTo>
                    <a:pt x="326555" y="0"/>
                  </a:moveTo>
                  <a:lnTo>
                    <a:pt x="145248" y="0"/>
                  </a:lnTo>
                  <a:lnTo>
                    <a:pt x="144730" y="2645"/>
                  </a:lnTo>
                  <a:lnTo>
                    <a:pt x="142821" y="5492"/>
                  </a:lnTo>
                  <a:lnTo>
                    <a:pt x="144730" y="8343"/>
                  </a:lnTo>
                  <a:lnTo>
                    <a:pt x="145248" y="10986"/>
                  </a:lnTo>
                  <a:lnTo>
                    <a:pt x="318606" y="10986"/>
                  </a:lnTo>
                  <a:lnTo>
                    <a:pt x="318606" y="186771"/>
                  </a:lnTo>
                  <a:lnTo>
                    <a:pt x="329594" y="186771"/>
                  </a:lnTo>
                  <a:lnTo>
                    <a:pt x="329594" y="3037"/>
                  </a:lnTo>
                  <a:lnTo>
                    <a:pt x="326555" y="0"/>
                  </a:lnTo>
                  <a:close/>
                </a:path>
                <a:path w="330200" h="241935">
                  <a:moveTo>
                    <a:pt x="49285" y="168457"/>
                  </a:moveTo>
                  <a:lnTo>
                    <a:pt x="10986" y="168457"/>
                  </a:lnTo>
                  <a:lnTo>
                    <a:pt x="17841" y="171432"/>
                  </a:lnTo>
                  <a:lnTo>
                    <a:pt x="25867" y="173747"/>
                  </a:lnTo>
                  <a:lnTo>
                    <a:pt x="34692" y="175248"/>
                  </a:lnTo>
                  <a:lnTo>
                    <a:pt x="43944" y="175783"/>
                  </a:lnTo>
                  <a:lnTo>
                    <a:pt x="47782" y="175783"/>
                  </a:lnTo>
                  <a:lnTo>
                    <a:pt x="49056" y="171012"/>
                  </a:lnTo>
                  <a:lnTo>
                    <a:pt x="49088" y="170803"/>
                  </a:lnTo>
                  <a:lnTo>
                    <a:pt x="49285" y="168457"/>
                  </a:lnTo>
                  <a:close/>
                </a:path>
                <a:path w="330200" h="241935">
                  <a:moveTo>
                    <a:pt x="76286" y="146486"/>
                  </a:moveTo>
                  <a:lnTo>
                    <a:pt x="10986" y="146486"/>
                  </a:lnTo>
                  <a:lnTo>
                    <a:pt x="24354" y="151328"/>
                  </a:lnTo>
                  <a:lnTo>
                    <a:pt x="40127" y="153570"/>
                  </a:lnTo>
                  <a:lnTo>
                    <a:pt x="56271" y="153019"/>
                  </a:lnTo>
                  <a:lnTo>
                    <a:pt x="70750" y="149485"/>
                  </a:lnTo>
                  <a:lnTo>
                    <a:pt x="76286" y="146486"/>
                  </a:lnTo>
                  <a:close/>
                </a:path>
                <a:path w="330200" h="241935">
                  <a:moveTo>
                    <a:pt x="88216" y="124512"/>
                  </a:moveTo>
                  <a:lnTo>
                    <a:pt x="76906" y="124512"/>
                  </a:lnTo>
                  <a:lnTo>
                    <a:pt x="73592" y="135453"/>
                  </a:lnTo>
                  <a:lnTo>
                    <a:pt x="64864" y="140851"/>
                  </a:lnTo>
                  <a:lnTo>
                    <a:pt x="52543" y="142657"/>
                  </a:lnTo>
                  <a:lnTo>
                    <a:pt x="38450" y="142825"/>
                  </a:lnTo>
                  <a:lnTo>
                    <a:pt x="83046" y="142825"/>
                  </a:lnTo>
                  <a:lnTo>
                    <a:pt x="87941" y="133397"/>
                  </a:lnTo>
                  <a:lnTo>
                    <a:pt x="88216" y="124512"/>
                  </a:lnTo>
                  <a:close/>
                </a:path>
                <a:path w="330200" h="241935">
                  <a:moveTo>
                    <a:pt x="76906" y="124512"/>
                  </a:moveTo>
                  <a:lnTo>
                    <a:pt x="10986" y="124512"/>
                  </a:lnTo>
                  <a:lnTo>
                    <a:pt x="26515" y="130005"/>
                  </a:lnTo>
                  <a:lnTo>
                    <a:pt x="44014" y="131818"/>
                  </a:lnTo>
                  <a:lnTo>
                    <a:pt x="61479" y="129978"/>
                  </a:lnTo>
                  <a:lnTo>
                    <a:pt x="76906" y="124512"/>
                  </a:lnTo>
                  <a:close/>
                </a:path>
                <a:path w="330200" h="241935">
                  <a:moveTo>
                    <a:pt x="88149" y="102542"/>
                  </a:moveTo>
                  <a:lnTo>
                    <a:pt x="76906" y="102542"/>
                  </a:lnTo>
                  <a:lnTo>
                    <a:pt x="73592" y="113482"/>
                  </a:lnTo>
                  <a:lnTo>
                    <a:pt x="64864" y="118878"/>
                  </a:lnTo>
                  <a:lnTo>
                    <a:pt x="52543" y="120684"/>
                  </a:lnTo>
                  <a:lnTo>
                    <a:pt x="38450" y="120851"/>
                  </a:lnTo>
                  <a:lnTo>
                    <a:pt x="88329" y="120851"/>
                  </a:lnTo>
                  <a:lnTo>
                    <a:pt x="88259" y="107967"/>
                  </a:lnTo>
                  <a:lnTo>
                    <a:pt x="88149" y="102542"/>
                  </a:lnTo>
                  <a:close/>
                </a:path>
                <a:path w="330200" h="241935">
                  <a:moveTo>
                    <a:pt x="76906" y="102542"/>
                  </a:moveTo>
                  <a:lnTo>
                    <a:pt x="10986" y="102542"/>
                  </a:lnTo>
                  <a:lnTo>
                    <a:pt x="26251" y="107967"/>
                  </a:lnTo>
                  <a:lnTo>
                    <a:pt x="43658" y="109852"/>
                  </a:lnTo>
                  <a:lnTo>
                    <a:pt x="61210" y="108082"/>
                  </a:lnTo>
                  <a:lnTo>
                    <a:pt x="76906" y="102542"/>
                  </a:lnTo>
                  <a:close/>
                </a:path>
                <a:path w="330200" h="241935">
                  <a:moveTo>
                    <a:pt x="77853" y="76501"/>
                  </a:moveTo>
                  <a:lnTo>
                    <a:pt x="43945" y="76501"/>
                  </a:lnTo>
                  <a:lnTo>
                    <a:pt x="63744" y="79349"/>
                  </a:lnTo>
                  <a:lnTo>
                    <a:pt x="76906" y="87892"/>
                  </a:lnTo>
                  <a:lnTo>
                    <a:pt x="63744" y="96436"/>
                  </a:lnTo>
                  <a:lnTo>
                    <a:pt x="43945" y="99284"/>
                  </a:lnTo>
                  <a:lnTo>
                    <a:pt x="88083" y="99284"/>
                  </a:lnTo>
                  <a:lnTo>
                    <a:pt x="87890" y="89725"/>
                  </a:lnTo>
                  <a:lnTo>
                    <a:pt x="77853" y="765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5955" y="2903403"/>
              <a:ext cx="263142" cy="16081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83905" y="2772550"/>
              <a:ext cx="4034154" cy="558800"/>
            </a:xfrm>
            <a:custGeom>
              <a:avLst/>
              <a:gdLst/>
              <a:ahLst/>
              <a:cxnLst/>
              <a:rect l="l" t="t" r="r" b="b"/>
              <a:pathLst>
                <a:path w="4034154" h="558800">
                  <a:moveTo>
                    <a:pt x="3918722" y="0"/>
                  </a:moveTo>
                  <a:lnTo>
                    <a:pt x="115167" y="0"/>
                  </a:lnTo>
                  <a:lnTo>
                    <a:pt x="70448" y="9087"/>
                  </a:lnTo>
                  <a:lnTo>
                    <a:pt x="33828" y="33829"/>
                  </a:lnTo>
                  <a:lnTo>
                    <a:pt x="9086" y="70448"/>
                  </a:lnTo>
                  <a:lnTo>
                    <a:pt x="0" y="115167"/>
                  </a:lnTo>
                  <a:lnTo>
                    <a:pt x="0" y="443224"/>
                  </a:lnTo>
                  <a:lnTo>
                    <a:pt x="9102" y="487943"/>
                  </a:lnTo>
                  <a:lnTo>
                    <a:pt x="33870" y="524563"/>
                  </a:lnTo>
                  <a:lnTo>
                    <a:pt x="70495" y="549305"/>
                  </a:lnTo>
                  <a:lnTo>
                    <a:pt x="115167" y="558392"/>
                  </a:lnTo>
                  <a:lnTo>
                    <a:pt x="3918722" y="558392"/>
                  </a:lnTo>
                  <a:lnTo>
                    <a:pt x="3963393" y="549289"/>
                  </a:lnTo>
                  <a:lnTo>
                    <a:pt x="4000018" y="524521"/>
                  </a:lnTo>
                  <a:lnTo>
                    <a:pt x="4024786" y="487896"/>
                  </a:lnTo>
                  <a:lnTo>
                    <a:pt x="4033889" y="443224"/>
                  </a:lnTo>
                  <a:lnTo>
                    <a:pt x="4033889" y="115167"/>
                  </a:lnTo>
                  <a:lnTo>
                    <a:pt x="4024802" y="70495"/>
                  </a:lnTo>
                  <a:lnTo>
                    <a:pt x="4000060" y="33871"/>
                  </a:lnTo>
                  <a:lnTo>
                    <a:pt x="3963440" y="9102"/>
                  </a:lnTo>
                  <a:lnTo>
                    <a:pt x="3918722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8474" y="3696989"/>
              <a:ext cx="173990" cy="45720"/>
            </a:xfrm>
            <a:custGeom>
              <a:avLst/>
              <a:gdLst/>
              <a:ahLst/>
              <a:cxnLst/>
              <a:rect l="l" t="t" r="r" b="b"/>
              <a:pathLst>
                <a:path w="173990" h="45720">
                  <a:moveTo>
                    <a:pt x="173888" y="22745"/>
                  </a:moveTo>
                  <a:lnTo>
                    <a:pt x="172110" y="13893"/>
                  </a:lnTo>
                  <a:lnTo>
                    <a:pt x="167233" y="6667"/>
                  </a:lnTo>
                  <a:lnTo>
                    <a:pt x="160007" y="1790"/>
                  </a:lnTo>
                  <a:lnTo>
                    <a:pt x="151155" y="0"/>
                  </a:lnTo>
                  <a:lnTo>
                    <a:pt x="142303" y="1790"/>
                  </a:lnTo>
                  <a:lnTo>
                    <a:pt x="135077" y="6667"/>
                  </a:lnTo>
                  <a:lnTo>
                    <a:pt x="130200" y="13893"/>
                  </a:lnTo>
                  <a:lnTo>
                    <a:pt x="128422" y="22694"/>
                  </a:lnTo>
                  <a:lnTo>
                    <a:pt x="128422" y="16408"/>
                  </a:lnTo>
                  <a:lnTo>
                    <a:pt x="0" y="16408"/>
                  </a:lnTo>
                  <a:lnTo>
                    <a:pt x="0" y="29083"/>
                  </a:lnTo>
                  <a:lnTo>
                    <a:pt x="128422" y="29083"/>
                  </a:lnTo>
                  <a:lnTo>
                    <a:pt x="128422" y="22809"/>
                  </a:lnTo>
                  <a:lnTo>
                    <a:pt x="130200" y="31597"/>
                  </a:lnTo>
                  <a:lnTo>
                    <a:pt x="135077" y="38823"/>
                  </a:lnTo>
                  <a:lnTo>
                    <a:pt x="142303" y="43700"/>
                  </a:lnTo>
                  <a:lnTo>
                    <a:pt x="151155" y="45478"/>
                  </a:lnTo>
                  <a:lnTo>
                    <a:pt x="160007" y="43700"/>
                  </a:lnTo>
                  <a:lnTo>
                    <a:pt x="167233" y="38823"/>
                  </a:lnTo>
                  <a:lnTo>
                    <a:pt x="172110" y="31597"/>
                  </a:lnTo>
                  <a:lnTo>
                    <a:pt x="173888" y="22745"/>
                  </a:lnTo>
                  <a:close/>
                </a:path>
              </a:pathLst>
            </a:custGeom>
            <a:solidFill>
              <a:srgbClr val="4E4E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00299" y="3538594"/>
              <a:ext cx="4034154" cy="900430"/>
            </a:xfrm>
            <a:custGeom>
              <a:avLst/>
              <a:gdLst/>
              <a:ahLst/>
              <a:cxnLst/>
              <a:rect l="l" t="t" r="r" b="b"/>
              <a:pathLst>
                <a:path w="4034154" h="900429">
                  <a:moveTo>
                    <a:pt x="3918722" y="0"/>
                  </a:moveTo>
                  <a:lnTo>
                    <a:pt x="115167" y="0"/>
                  </a:lnTo>
                  <a:lnTo>
                    <a:pt x="70448" y="9087"/>
                  </a:lnTo>
                  <a:lnTo>
                    <a:pt x="33828" y="33829"/>
                  </a:lnTo>
                  <a:lnTo>
                    <a:pt x="9086" y="70448"/>
                  </a:lnTo>
                  <a:lnTo>
                    <a:pt x="0" y="115167"/>
                  </a:lnTo>
                  <a:lnTo>
                    <a:pt x="0" y="785224"/>
                  </a:lnTo>
                  <a:lnTo>
                    <a:pt x="9098" y="829943"/>
                  </a:lnTo>
                  <a:lnTo>
                    <a:pt x="33861" y="866563"/>
                  </a:lnTo>
                  <a:lnTo>
                    <a:pt x="70484" y="891306"/>
                  </a:lnTo>
                  <a:lnTo>
                    <a:pt x="115167" y="900393"/>
                  </a:lnTo>
                  <a:lnTo>
                    <a:pt x="3918722" y="900393"/>
                  </a:lnTo>
                  <a:lnTo>
                    <a:pt x="3963404" y="891293"/>
                  </a:lnTo>
                  <a:lnTo>
                    <a:pt x="4000027" y="866531"/>
                  </a:lnTo>
                  <a:lnTo>
                    <a:pt x="4024790" y="829907"/>
                  </a:lnTo>
                  <a:lnTo>
                    <a:pt x="4033889" y="785224"/>
                  </a:lnTo>
                  <a:lnTo>
                    <a:pt x="4033889" y="115167"/>
                  </a:lnTo>
                  <a:lnTo>
                    <a:pt x="4024802" y="70485"/>
                  </a:lnTo>
                  <a:lnTo>
                    <a:pt x="4000060" y="33861"/>
                  </a:lnTo>
                  <a:lnTo>
                    <a:pt x="3963440" y="9099"/>
                  </a:lnTo>
                  <a:lnTo>
                    <a:pt x="3918722" y="0"/>
                  </a:lnTo>
                  <a:close/>
                </a:path>
              </a:pathLst>
            </a:custGeom>
            <a:solidFill>
              <a:srgbClr val="008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4209" y="3590755"/>
              <a:ext cx="482600" cy="485775"/>
            </a:xfrm>
            <a:custGeom>
              <a:avLst/>
              <a:gdLst/>
              <a:ahLst/>
              <a:cxnLst/>
              <a:rect l="l" t="t" r="r" b="b"/>
              <a:pathLst>
                <a:path w="482600" h="485775">
                  <a:moveTo>
                    <a:pt x="0" y="398192"/>
                  </a:moveTo>
                  <a:lnTo>
                    <a:pt x="57508" y="462899"/>
                  </a:lnTo>
                  <a:lnTo>
                    <a:pt x="95178" y="484226"/>
                  </a:lnTo>
                  <a:lnTo>
                    <a:pt x="109378" y="485668"/>
                  </a:lnTo>
                  <a:lnTo>
                    <a:pt x="411605" y="485668"/>
                  </a:lnTo>
                  <a:lnTo>
                    <a:pt x="451052" y="473554"/>
                  </a:lnTo>
                  <a:lnTo>
                    <a:pt x="476704" y="442437"/>
                  </a:lnTo>
                  <a:lnTo>
                    <a:pt x="481679" y="420904"/>
                  </a:lnTo>
                  <a:lnTo>
                    <a:pt x="51810" y="420904"/>
                  </a:lnTo>
                  <a:lnTo>
                    <a:pt x="37611" y="419461"/>
                  </a:lnTo>
                  <a:lnTo>
                    <a:pt x="24366" y="415327"/>
                  </a:lnTo>
                  <a:lnTo>
                    <a:pt x="12363" y="408791"/>
                  </a:lnTo>
                  <a:lnTo>
                    <a:pt x="1895" y="400143"/>
                  </a:lnTo>
                  <a:lnTo>
                    <a:pt x="786" y="399034"/>
                  </a:lnTo>
                  <a:lnTo>
                    <a:pt x="0" y="398192"/>
                  </a:lnTo>
                  <a:close/>
                </a:path>
                <a:path w="482600" h="485775">
                  <a:moveTo>
                    <a:pt x="406459" y="747"/>
                  </a:moveTo>
                  <a:lnTo>
                    <a:pt x="414011" y="10717"/>
                  </a:lnTo>
                  <a:lnTo>
                    <a:pt x="419799" y="22165"/>
                  </a:lnTo>
                  <a:lnTo>
                    <a:pt x="423447" y="34673"/>
                  </a:lnTo>
                  <a:lnTo>
                    <a:pt x="424716" y="48002"/>
                  </a:lnTo>
                  <a:lnTo>
                    <a:pt x="424716" y="350229"/>
                  </a:lnTo>
                  <a:lnTo>
                    <a:pt x="412602" y="389675"/>
                  </a:lnTo>
                  <a:lnTo>
                    <a:pt x="381484" y="415327"/>
                  </a:lnTo>
                  <a:lnTo>
                    <a:pt x="354041" y="420904"/>
                  </a:lnTo>
                  <a:lnTo>
                    <a:pt x="481679" y="420904"/>
                  </a:lnTo>
                  <a:lnTo>
                    <a:pt x="482245" y="415327"/>
                  </a:lnTo>
                  <a:lnTo>
                    <a:pt x="482279" y="112766"/>
                  </a:lnTo>
                  <a:lnTo>
                    <a:pt x="481049" y="99635"/>
                  </a:lnTo>
                  <a:lnTo>
                    <a:pt x="477509" y="87297"/>
                  </a:lnTo>
                  <a:lnTo>
                    <a:pt x="471886" y="75979"/>
                  </a:lnTo>
                  <a:lnTo>
                    <a:pt x="464409" y="65908"/>
                  </a:lnTo>
                  <a:lnTo>
                    <a:pt x="406459" y="747"/>
                  </a:lnTo>
                  <a:close/>
                </a:path>
                <a:path w="482600" h="485775">
                  <a:moveTo>
                    <a:pt x="405794" y="0"/>
                  </a:moveTo>
                  <a:lnTo>
                    <a:pt x="406459" y="747"/>
                  </a:lnTo>
                  <a:lnTo>
                    <a:pt x="406323" y="568"/>
                  </a:lnTo>
                  <a:lnTo>
                    <a:pt x="405794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6461" y="3569194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59" h="441960">
                  <a:moveTo>
                    <a:pt x="371789" y="0"/>
                  </a:moveTo>
                  <a:lnTo>
                    <a:pt x="69559" y="0"/>
                  </a:lnTo>
                  <a:lnTo>
                    <a:pt x="42549" y="5488"/>
                  </a:lnTo>
                  <a:lnTo>
                    <a:pt x="20431" y="20433"/>
                  </a:lnTo>
                  <a:lnTo>
                    <a:pt x="5488" y="42550"/>
                  </a:lnTo>
                  <a:lnTo>
                    <a:pt x="0" y="69559"/>
                  </a:lnTo>
                  <a:lnTo>
                    <a:pt x="0" y="371789"/>
                  </a:lnTo>
                  <a:lnTo>
                    <a:pt x="5488" y="398801"/>
                  </a:lnTo>
                  <a:lnTo>
                    <a:pt x="20431" y="420918"/>
                  </a:lnTo>
                  <a:lnTo>
                    <a:pt x="42549" y="435861"/>
                  </a:lnTo>
                  <a:lnTo>
                    <a:pt x="69559" y="441349"/>
                  </a:lnTo>
                  <a:lnTo>
                    <a:pt x="371789" y="441349"/>
                  </a:lnTo>
                  <a:lnTo>
                    <a:pt x="398799" y="435861"/>
                  </a:lnTo>
                  <a:lnTo>
                    <a:pt x="420917" y="420918"/>
                  </a:lnTo>
                  <a:lnTo>
                    <a:pt x="435860" y="398801"/>
                  </a:lnTo>
                  <a:lnTo>
                    <a:pt x="441349" y="371789"/>
                  </a:lnTo>
                  <a:lnTo>
                    <a:pt x="441349" y="69559"/>
                  </a:lnTo>
                  <a:lnTo>
                    <a:pt x="435860" y="42550"/>
                  </a:lnTo>
                  <a:lnTo>
                    <a:pt x="420917" y="20433"/>
                  </a:lnTo>
                  <a:lnTo>
                    <a:pt x="398799" y="5488"/>
                  </a:lnTo>
                  <a:lnTo>
                    <a:pt x="371789" y="0"/>
                  </a:lnTo>
                  <a:close/>
                </a:path>
              </a:pathLst>
            </a:custGeom>
            <a:solidFill>
              <a:srgbClr val="008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76245" y="3812176"/>
              <a:ext cx="302260" cy="128905"/>
            </a:xfrm>
            <a:custGeom>
              <a:avLst/>
              <a:gdLst/>
              <a:ahLst/>
              <a:cxnLst/>
              <a:rect l="l" t="t" r="r" b="b"/>
              <a:pathLst>
                <a:path w="302259" h="128904">
                  <a:moveTo>
                    <a:pt x="98555" y="0"/>
                  </a:moveTo>
                  <a:lnTo>
                    <a:pt x="87367" y="3465"/>
                  </a:lnTo>
                  <a:lnTo>
                    <a:pt x="73988" y="11637"/>
                  </a:lnTo>
                  <a:lnTo>
                    <a:pt x="60376" y="21180"/>
                  </a:lnTo>
                  <a:lnTo>
                    <a:pt x="48489" y="28760"/>
                  </a:lnTo>
                  <a:lnTo>
                    <a:pt x="44684" y="23803"/>
                  </a:lnTo>
                  <a:lnTo>
                    <a:pt x="41204" y="22211"/>
                  </a:lnTo>
                  <a:lnTo>
                    <a:pt x="36520" y="23840"/>
                  </a:lnTo>
                  <a:lnTo>
                    <a:pt x="8084" y="42142"/>
                  </a:lnTo>
                  <a:lnTo>
                    <a:pt x="0" y="50158"/>
                  </a:lnTo>
                  <a:lnTo>
                    <a:pt x="3058" y="59671"/>
                  </a:lnTo>
                  <a:lnTo>
                    <a:pt x="15470" y="77759"/>
                  </a:lnTo>
                  <a:lnTo>
                    <a:pt x="23388" y="90187"/>
                  </a:lnTo>
                  <a:lnTo>
                    <a:pt x="28356" y="97494"/>
                  </a:lnTo>
                  <a:lnTo>
                    <a:pt x="32740" y="100526"/>
                  </a:lnTo>
                  <a:lnTo>
                    <a:pt x="38906" y="100130"/>
                  </a:lnTo>
                  <a:lnTo>
                    <a:pt x="39608" y="97106"/>
                  </a:lnTo>
                  <a:lnTo>
                    <a:pt x="39971" y="98309"/>
                  </a:lnTo>
                  <a:lnTo>
                    <a:pt x="39971" y="95868"/>
                  </a:lnTo>
                  <a:lnTo>
                    <a:pt x="36045" y="88205"/>
                  </a:lnTo>
                  <a:lnTo>
                    <a:pt x="18207" y="61930"/>
                  </a:lnTo>
                  <a:lnTo>
                    <a:pt x="13339" y="53258"/>
                  </a:lnTo>
                  <a:lnTo>
                    <a:pt x="17782" y="49541"/>
                  </a:lnTo>
                  <a:lnTo>
                    <a:pt x="25833" y="43983"/>
                  </a:lnTo>
                  <a:lnTo>
                    <a:pt x="34295" y="38536"/>
                  </a:lnTo>
                  <a:lnTo>
                    <a:pt x="39971" y="35153"/>
                  </a:lnTo>
                  <a:lnTo>
                    <a:pt x="41005" y="39034"/>
                  </a:lnTo>
                  <a:lnTo>
                    <a:pt x="47553" y="47599"/>
                  </a:lnTo>
                  <a:lnTo>
                    <a:pt x="66384" y="75531"/>
                  </a:lnTo>
                  <a:lnTo>
                    <a:pt x="75836" y="89972"/>
                  </a:lnTo>
                  <a:lnTo>
                    <a:pt x="80446" y="97999"/>
                  </a:lnTo>
                  <a:lnTo>
                    <a:pt x="54882" y="115041"/>
                  </a:lnTo>
                  <a:lnTo>
                    <a:pt x="52086" y="113165"/>
                  </a:lnTo>
                  <a:lnTo>
                    <a:pt x="51902" y="112582"/>
                  </a:lnTo>
                  <a:lnTo>
                    <a:pt x="48489" y="110779"/>
                  </a:lnTo>
                  <a:lnTo>
                    <a:pt x="46189" y="112000"/>
                  </a:lnTo>
                  <a:lnTo>
                    <a:pt x="43165" y="112637"/>
                  </a:lnTo>
                  <a:lnTo>
                    <a:pt x="43165" y="121208"/>
                  </a:lnTo>
                  <a:lnTo>
                    <a:pt x="48069" y="128887"/>
                  </a:lnTo>
                  <a:lnTo>
                    <a:pt x="52751" y="128887"/>
                  </a:lnTo>
                  <a:lnTo>
                    <a:pt x="85987" y="107798"/>
                  </a:lnTo>
                  <a:lnTo>
                    <a:pt x="94571" y="99229"/>
                  </a:lnTo>
                  <a:lnTo>
                    <a:pt x="91099" y="91606"/>
                  </a:lnTo>
                  <a:lnTo>
                    <a:pt x="92676" y="89456"/>
                  </a:lnTo>
                  <a:lnTo>
                    <a:pt x="97237" y="86281"/>
                  </a:lnTo>
                  <a:lnTo>
                    <a:pt x="100686" y="86281"/>
                  </a:lnTo>
                  <a:lnTo>
                    <a:pt x="141287" y="97873"/>
                  </a:lnTo>
                  <a:lnTo>
                    <a:pt x="164005" y="104712"/>
                  </a:lnTo>
                  <a:lnTo>
                    <a:pt x="175962" y="107511"/>
                  </a:lnTo>
                  <a:lnTo>
                    <a:pt x="186964" y="108652"/>
                  </a:lnTo>
                  <a:lnTo>
                    <a:pt x="202814" y="100459"/>
                  </a:lnTo>
                  <a:lnTo>
                    <a:pt x="231674" y="81852"/>
                  </a:lnTo>
                  <a:lnTo>
                    <a:pt x="279847" y="49212"/>
                  </a:lnTo>
                  <a:lnTo>
                    <a:pt x="287601" y="44286"/>
                  </a:lnTo>
                  <a:lnTo>
                    <a:pt x="294741" y="38838"/>
                  </a:lnTo>
                  <a:lnTo>
                    <a:pt x="299974" y="31600"/>
                  </a:lnTo>
                  <a:lnTo>
                    <a:pt x="302005" y="21305"/>
                  </a:lnTo>
                  <a:lnTo>
                    <a:pt x="302005" y="16643"/>
                  </a:lnTo>
                  <a:lnTo>
                    <a:pt x="298884" y="10436"/>
                  </a:lnTo>
                  <a:lnTo>
                    <a:pt x="294251" y="5364"/>
                  </a:lnTo>
                  <a:lnTo>
                    <a:pt x="287989" y="1065"/>
                  </a:lnTo>
                  <a:lnTo>
                    <a:pt x="283896" y="1065"/>
                  </a:lnTo>
                  <a:lnTo>
                    <a:pt x="274004" y="1939"/>
                  </a:lnTo>
                  <a:lnTo>
                    <a:pt x="266684" y="4764"/>
                  </a:lnTo>
                  <a:lnTo>
                    <a:pt x="259023" y="9841"/>
                  </a:lnTo>
                  <a:lnTo>
                    <a:pt x="248109" y="17471"/>
                  </a:lnTo>
                  <a:lnTo>
                    <a:pt x="233527" y="26878"/>
                  </a:lnTo>
                  <a:lnTo>
                    <a:pt x="225584" y="32833"/>
                  </a:lnTo>
                  <a:lnTo>
                    <a:pt x="222117" y="37282"/>
                  </a:lnTo>
                  <a:lnTo>
                    <a:pt x="222074" y="43675"/>
                  </a:lnTo>
                  <a:lnTo>
                    <a:pt x="228508" y="43675"/>
                  </a:lnTo>
                  <a:lnTo>
                    <a:pt x="236268" y="38682"/>
                  </a:lnTo>
                  <a:lnTo>
                    <a:pt x="252202" y="27696"/>
                  </a:lnTo>
                  <a:lnTo>
                    <a:pt x="269071" y="16711"/>
                  </a:lnTo>
                  <a:lnTo>
                    <a:pt x="279634" y="11718"/>
                  </a:lnTo>
                  <a:lnTo>
                    <a:pt x="285020" y="11718"/>
                  </a:lnTo>
                  <a:lnTo>
                    <a:pt x="290287" y="15562"/>
                  </a:lnTo>
                  <a:lnTo>
                    <a:pt x="290287" y="30031"/>
                  </a:lnTo>
                  <a:lnTo>
                    <a:pt x="286633" y="31230"/>
                  </a:lnTo>
                  <a:lnTo>
                    <a:pt x="211036" y="81593"/>
                  </a:lnTo>
                  <a:lnTo>
                    <a:pt x="194531" y="92887"/>
                  </a:lnTo>
                  <a:lnTo>
                    <a:pt x="185596" y="97480"/>
                  </a:lnTo>
                  <a:lnTo>
                    <a:pt x="177083" y="96787"/>
                  </a:lnTo>
                  <a:lnTo>
                    <a:pt x="108483" y="76796"/>
                  </a:lnTo>
                  <a:lnTo>
                    <a:pt x="100564" y="75495"/>
                  </a:lnTo>
                  <a:lnTo>
                    <a:pt x="93620" y="77075"/>
                  </a:lnTo>
                  <a:lnTo>
                    <a:pt x="83643" y="82019"/>
                  </a:lnTo>
                  <a:lnTo>
                    <a:pt x="81472" y="77922"/>
                  </a:lnTo>
                  <a:lnTo>
                    <a:pt x="78988" y="75236"/>
                  </a:lnTo>
                  <a:lnTo>
                    <a:pt x="54882" y="38347"/>
                  </a:lnTo>
                  <a:lnTo>
                    <a:pt x="89158" y="15105"/>
                  </a:lnTo>
                  <a:lnTo>
                    <a:pt x="93259" y="12405"/>
                  </a:lnTo>
                  <a:lnTo>
                    <a:pt x="97313" y="10652"/>
                  </a:lnTo>
                  <a:lnTo>
                    <a:pt x="103883" y="10652"/>
                  </a:lnTo>
                  <a:lnTo>
                    <a:pt x="146620" y="23340"/>
                  </a:lnTo>
                  <a:lnTo>
                    <a:pt x="191308" y="38267"/>
                  </a:lnTo>
                  <a:lnTo>
                    <a:pt x="197181" y="49952"/>
                  </a:lnTo>
                  <a:lnTo>
                    <a:pt x="194021" y="55482"/>
                  </a:lnTo>
                  <a:lnTo>
                    <a:pt x="187831" y="58323"/>
                  </a:lnTo>
                  <a:lnTo>
                    <a:pt x="155636" y="50504"/>
                  </a:lnTo>
                  <a:lnTo>
                    <a:pt x="150721" y="48944"/>
                  </a:lnTo>
                  <a:lnTo>
                    <a:pt x="144117" y="47302"/>
                  </a:lnTo>
                  <a:lnTo>
                    <a:pt x="138323" y="47684"/>
                  </a:lnTo>
                  <a:lnTo>
                    <a:pt x="135836" y="52197"/>
                  </a:lnTo>
                  <a:lnTo>
                    <a:pt x="135836" y="59129"/>
                  </a:lnTo>
                  <a:lnTo>
                    <a:pt x="149314" y="60275"/>
                  </a:lnTo>
                  <a:lnTo>
                    <a:pt x="179720" y="68384"/>
                  </a:lnTo>
                  <a:lnTo>
                    <a:pt x="184836" y="69239"/>
                  </a:lnTo>
                  <a:lnTo>
                    <a:pt x="201482" y="63702"/>
                  </a:lnTo>
                  <a:lnTo>
                    <a:pt x="208259" y="50889"/>
                  </a:lnTo>
                  <a:lnTo>
                    <a:pt x="205028" y="36493"/>
                  </a:lnTo>
                  <a:lnTo>
                    <a:pt x="191647" y="26207"/>
                  </a:lnTo>
                  <a:lnTo>
                    <a:pt x="148749" y="12650"/>
                  </a:lnTo>
                  <a:lnTo>
                    <a:pt x="123296" y="3958"/>
                  </a:lnTo>
                  <a:lnTo>
                    <a:pt x="111273" y="1089"/>
                  </a:lnTo>
                  <a:lnTo>
                    <a:pt x="985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9214" y="3637486"/>
              <a:ext cx="177518" cy="19599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83908" y="3538594"/>
              <a:ext cx="4034154" cy="900430"/>
            </a:xfrm>
            <a:custGeom>
              <a:avLst/>
              <a:gdLst/>
              <a:ahLst/>
              <a:cxnLst/>
              <a:rect l="l" t="t" r="r" b="b"/>
              <a:pathLst>
                <a:path w="4034154" h="900429">
                  <a:moveTo>
                    <a:pt x="3918723" y="0"/>
                  </a:moveTo>
                  <a:lnTo>
                    <a:pt x="115167" y="0"/>
                  </a:lnTo>
                  <a:lnTo>
                    <a:pt x="70448" y="9087"/>
                  </a:lnTo>
                  <a:lnTo>
                    <a:pt x="33829" y="33829"/>
                  </a:lnTo>
                  <a:lnTo>
                    <a:pt x="9087" y="70448"/>
                  </a:lnTo>
                  <a:lnTo>
                    <a:pt x="0" y="115167"/>
                  </a:lnTo>
                  <a:lnTo>
                    <a:pt x="0" y="785224"/>
                  </a:lnTo>
                  <a:lnTo>
                    <a:pt x="9099" y="829943"/>
                  </a:lnTo>
                  <a:lnTo>
                    <a:pt x="33861" y="866563"/>
                  </a:lnTo>
                  <a:lnTo>
                    <a:pt x="70485" y="891306"/>
                  </a:lnTo>
                  <a:lnTo>
                    <a:pt x="115167" y="900393"/>
                  </a:lnTo>
                  <a:lnTo>
                    <a:pt x="3918723" y="900393"/>
                  </a:lnTo>
                  <a:lnTo>
                    <a:pt x="3963405" y="891293"/>
                  </a:lnTo>
                  <a:lnTo>
                    <a:pt x="4000029" y="866531"/>
                  </a:lnTo>
                  <a:lnTo>
                    <a:pt x="4024791" y="829907"/>
                  </a:lnTo>
                  <a:lnTo>
                    <a:pt x="4033890" y="785224"/>
                  </a:lnTo>
                  <a:lnTo>
                    <a:pt x="4033890" y="115167"/>
                  </a:lnTo>
                  <a:lnTo>
                    <a:pt x="4024803" y="70485"/>
                  </a:lnTo>
                  <a:lnTo>
                    <a:pt x="4000061" y="33861"/>
                  </a:lnTo>
                  <a:lnTo>
                    <a:pt x="3963442" y="9099"/>
                  </a:lnTo>
                  <a:lnTo>
                    <a:pt x="3918723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8474" y="4792733"/>
              <a:ext cx="173990" cy="45720"/>
            </a:xfrm>
            <a:custGeom>
              <a:avLst/>
              <a:gdLst/>
              <a:ahLst/>
              <a:cxnLst/>
              <a:rect l="l" t="t" r="r" b="b"/>
              <a:pathLst>
                <a:path w="173990" h="45720">
                  <a:moveTo>
                    <a:pt x="173888" y="22745"/>
                  </a:moveTo>
                  <a:lnTo>
                    <a:pt x="172110" y="13893"/>
                  </a:lnTo>
                  <a:lnTo>
                    <a:pt x="167233" y="6667"/>
                  </a:lnTo>
                  <a:lnTo>
                    <a:pt x="160007" y="1790"/>
                  </a:lnTo>
                  <a:lnTo>
                    <a:pt x="151155" y="0"/>
                  </a:lnTo>
                  <a:lnTo>
                    <a:pt x="142303" y="1790"/>
                  </a:lnTo>
                  <a:lnTo>
                    <a:pt x="135077" y="6667"/>
                  </a:lnTo>
                  <a:lnTo>
                    <a:pt x="130200" y="13893"/>
                  </a:lnTo>
                  <a:lnTo>
                    <a:pt x="128422" y="22694"/>
                  </a:lnTo>
                  <a:lnTo>
                    <a:pt x="128422" y="16408"/>
                  </a:lnTo>
                  <a:lnTo>
                    <a:pt x="0" y="16408"/>
                  </a:lnTo>
                  <a:lnTo>
                    <a:pt x="0" y="29083"/>
                  </a:lnTo>
                  <a:lnTo>
                    <a:pt x="128422" y="29083"/>
                  </a:lnTo>
                  <a:lnTo>
                    <a:pt x="128422" y="22809"/>
                  </a:lnTo>
                  <a:lnTo>
                    <a:pt x="130200" y="31597"/>
                  </a:lnTo>
                  <a:lnTo>
                    <a:pt x="135077" y="38823"/>
                  </a:lnTo>
                  <a:lnTo>
                    <a:pt x="142303" y="43700"/>
                  </a:lnTo>
                  <a:lnTo>
                    <a:pt x="151155" y="45478"/>
                  </a:lnTo>
                  <a:lnTo>
                    <a:pt x="160007" y="43700"/>
                  </a:lnTo>
                  <a:lnTo>
                    <a:pt x="167233" y="38823"/>
                  </a:lnTo>
                  <a:lnTo>
                    <a:pt x="172110" y="31597"/>
                  </a:lnTo>
                  <a:lnTo>
                    <a:pt x="173888" y="22745"/>
                  </a:lnTo>
                  <a:close/>
                </a:path>
              </a:pathLst>
            </a:custGeom>
            <a:solidFill>
              <a:srgbClr val="4E4E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00299" y="4634337"/>
              <a:ext cx="4034154" cy="576580"/>
            </a:xfrm>
            <a:custGeom>
              <a:avLst/>
              <a:gdLst/>
              <a:ahLst/>
              <a:cxnLst/>
              <a:rect l="l" t="t" r="r" b="b"/>
              <a:pathLst>
                <a:path w="4034154" h="576579">
                  <a:moveTo>
                    <a:pt x="3918722" y="0"/>
                  </a:moveTo>
                  <a:lnTo>
                    <a:pt x="115167" y="0"/>
                  </a:lnTo>
                  <a:lnTo>
                    <a:pt x="70448" y="9087"/>
                  </a:lnTo>
                  <a:lnTo>
                    <a:pt x="33828" y="33829"/>
                  </a:lnTo>
                  <a:lnTo>
                    <a:pt x="9086" y="70448"/>
                  </a:lnTo>
                  <a:lnTo>
                    <a:pt x="0" y="115167"/>
                  </a:lnTo>
                  <a:lnTo>
                    <a:pt x="0" y="461224"/>
                  </a:lnTo>
                  <a:lnTo>
                    <a:pt x="9098" y="505943"/>
                  </a:lnTo>
                  <a:lnTo>
                    <a:pt x="33860" y="542562"/>
                  </a:lnTo>
                  <a:lnTo>
                    <a:pt x="70483" y="567305"/>
                  </a:lnTo>
                  <a:lnTo>
                    <a:pt x="115167" y="576392"/>
                  </a:lnTo>
                  <a:lnTo>
                    <a:pt x="3918722" y="576392"/>
                  </a:lnTo>
                  <a:lnTo>
                    <a:pt x="3963405" y="567293"/>
                  </a:lnTo>
                  <a:lnTo>
                    <a:pt x="4000029" y="542531"/>
                  </a:lnTo>
                  <a:lnTo>
                    <a:pt x="4024790" y="505908"/>
                  </a:lnTo>
                  <a:lnTo>
                    <a:pt x="4033889" y="461224"/>
                  </a:lnTo>
                  <a:lnTo>
                    <a:pt x="4033889" y="115167"/>
                  </a:lnTo>
                  <a:lnTo>
                    <a:pt x="4024802" y="70483"/>
                  </a:lnTo>
                  <a:lnTo>
                    <a:pt x="4000060" y="33860"/>
                  </a:lnTo>
                  <a:lnTo>
                    <a:pt x="3963440" y="9098"/>
                  </a:lnTo>
                  <a:lnTo>
                    <a:pt x="3918722" y="0"/>
                  </a:lnTo>
                  <a:close/>
                </a:path>
              </a:pathLst>
            </a:custGeom>
            <a:solidFill>
              <a:srgbClr val="FFDE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4219" y="4686511"/>
              <a:ext cx="482600" cy="485775"/>
            </a:xfrm>
            <a:custGeom>
              <a:avLst/>
              <a:gdLst/>
              <a:ahLst/>
              <a:cxnLst/>
              <a:rect l="l" t="t" r="r" b="b"/>
              <a:pathLst>
                <a:path w="482600" h="485775">
                  <a:moveTo>
                    <a:pt x="0" y="398184"/>
                  </a:moveTo>
                  <a:lnTo>
                    <a:pt x="57502" y="462884"/>
                  </a:lnTo>
                  <a:lnTo>
                    <a:pt x="95171" y="484211"/>
                  </a:lnTo>
                  <a:lnTo>
                    <a:pt x="109370" y="485654"/>
                  </a:lnTo>
                  <a:lnTo>
                    <a:pt x="411599" y="485654"/>
                  </a:lnTo>
                  <a:lnTo>
                    <a:pt x="451046" y="473541"/>
                  </a:lnTo>
                  <a:lnTo>
                    <a:pt x="476697" y="442423"/>
                  </a:lnTo>
                  <a:lnTo>
                    <a:pt x="481672" y="420890"/>
                  </a:lnTo>
                  <a:lnTo>
                    <a:pt x="51804" y="420890"/>
                  </a:lnTo>
                  <a:lnTo>
                    <a:pt x="37605" y="419447"/>
                  </a:lnTo>
                  <a:lnTo>
                    <a:pt x="24359" y="415313"/>
                  </a:lnTo>
                  <a:lnTo>
                    <a:pt x="12357" y="408777"/>
                  </a:lnTo>
                  <a:lnTo>
                    <a:pt x="1889" y="400129"/>
                  </a:lnTo>
                  <a:lnTo>
                    <a:pt x="780" y="399021"/>
                  </a:lnTo>
                  <a:lnTo>
                    <a:pt x="0" y="398184"/>
                  </a:lnTo>
                  <a:close/>
                </a:path>
                <a:path w="482600" h="485775">
                  <a:moveTo>
                    <a:pt x="406452" y="733"/>
                  </a:moveTo>
                  <a:lnTo>
                    <a:pt x="414005" y="10704"/>
                  </a:lnTo>
                  <a:lnTo>
                    <a:pt x="419792" y="22152"/>
                  </a:lnTo>
                  <a:lnTo>
                    <a:pt x="423440" y="34659"/>
                  </a:lnTo>
                  <a:lnTo>
                    <a:pt x="424709" y="47988"/>
                  </a:lnTo>
                  <a:lnTo>
                    <a:pt x="424709" y="350215"/>
                  </a:lnTo>
                  <a:lnTo>
                    <a:pt x="412596" y="389661"/>
                  </a:lnTo>
                  <a:lnTo>
                    <a:pt x="381478" y="415313"/>
                  </a:lnTo>
                  <a:lnTo>
                    <a:pt x="354035" y="420890"/>
                  </a:lnTo>
                  <a:lnTo>
                    <a:pt x="481672" y="420890"/>
                  </a:lnTo>
                  <a:lnTo>
                    <a:pt x="482239" y="415313"/>
                  </a:lnTo>
                  <a:lnTo>
                    <a:pt x="482273" y="112751"/>
                  </a:lnTo>
                  <a:lnTo>
                    <a:pt x="481042" y="99621"/>
                  </a:lnTo>
                  <a:lnTo>
                    <a:pt x="477503" y="87283"/>
                  </a:lnTo>
                  <a:lnTo>
                    <a:pt x="471880" y="75965"/>
                  </a:lnTo>
                  <a:lnTo>
                    <a:pt x="464403" y="65895"/>
                  </a:lnTo>
                  <a:lnTo>
                    <a:pt x="406452" y="733"/>
                  </a:lnTo>
                  <a:close/>
                </a:path>
                <a:path w="482600" h="485775">
                  <a:moveTo>
                    <a:pt x="405800" y="0"/>
                  </a:moveTo>
                  <a:lnTo>
                    <a:pt x="406452" y="733"/>
                  </a:lnTo>
                  <a:lnTo>
                    <a:pt x="406317" y="554"/>
                  </a:lnTo>
                  <a:lnTo>
                    <a:pt x="405800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6464" y="4664936"/>
              <a:ext cx="441959" cy="441959"/>
            </a:xfrm>
            <a:custGeom>
              <a:avLst/>
              <a:gdLst/>
              <a:ahLst/>
              <a:cxnLst/>
              <a:rect l="l" t="t" r="r" b="b"/>
              <a:pathLst>
                <a:path w="441959" h="441960">
                  <a:moveTo>
                    <a:pt x="371789" y="0"/>
                  </a:moveTo>
                  <a:lnTo>
                    <a:pt x="69559" y="0"/>
                  </a:lnTo>
                  <a:lnTo>
                    <a:pt x="42549" y="5488"/>
                  </a:lnTo>
                  <a:lnTo>
                    <a:pt x="20431" y="20433"/>
                  </a:lnTo>
                  <a:lnTo>
                    <a:pt x="5488" y="42551"/>
                  </a:lnTo>
                  <a:lnTo>
                    <a:pt x="0" y="69559"/>
                  </a:lnTo>
                  <a:lnTo>
                    <a:pt x="0" y="371789"/>
                  </a:lnTo>
                  <a:lnTo>
                    <a:pt x="5488" y="398801"/>
                  </a:lnTo>
                  <a:lnTo>
                    <a:pt x="20431" y="420918"/>
                  </a:lnTo>
                  <a:lnTo>
                    <a:pt x="42549" y="435861"/>
                  </a:lnTo>
                  <a:lnTo>
                    <a:pt x="69559" y="441349"/>
                  </a:lnTo>
                  <a:lnTo>
                    <a:pt x="371789" y="441349"/>
                  </a:lnTo>
                  <a:lnTo>
                    <a:pt x="398799" y="435861"/>
                  </a:lnTo>
                  <a:lnTo>
                    <a:pt x="420917" y="420918"/>
                  </a:lnTo>
                  <a:lnTo>
                    <a:pt x="435860" y="398801"/>
                  </a:lnTo>
                  <a:lnTo>
                    <a:pt x="441349" y="371789"/>
                  </a:lnTo>
                  <a:lnTo>
                    <a:pt x="441349" y="69559"/>
                  </a:lnTo>
                  <a:lnTo>
                    <a:pt x="435860" y="42551"/>
                  </a:lnTo>
                  <a:lnTo>
                    <a:pt x="420917" y="20433"/>
                  </a:lnTo>
                  <a:lnTo>
                    <a:pt x="398799" y="5488"/>
                  </a:lnTo>
                  <a:lnTo>
                    <a:pt x="371789" y="0"/>
                  </a:lnTo>
                  <a:close/>
                </a:path>
              </a:pathLst>
            </a:custGeom>
            <a:solidFill>
              <a:srgbClr val="FFDE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86391" y="4895563"/>
              <a:ext cx="281940" cy="131445"/>
            </a:xfrm>
            <a:custGeom>
              <a:avLst/>
              <a:gdLst/>
              <a:ahLst/>
              <a:cxnLst/>
              <a:rect l="l" t="t" r="r" b="b"/>
              <a:pathLst>
                <a:path w="281940" h="131445">
                  <a:moveTo>
                    <a:pt x="202460" y="107701"/>
                  </a:moveTo>
                  <a:lnTo>
                    <a:pt x="191984" y="107701"/>
                  </a:lnTo>
                  <a:lnTo>
                    <a:pt x="202822" y="125429"/>
                  </a:lnTo>
                  <a:lnTo>
                    <a:pt x="220068" y="131364"/>
                  </a:lnTo>
                  <a:lnTo>
                    <a:pt x="237320" y="125467"/>
                  </a:lnTo>
                  <a:lnTo>
                    <a:pt x="240249" y="120675"/>
                  </a:lnTo>
                  <a:lnTo>
                    <a:pt x="224333" y="120675"/>
                  </a:lnTo>
                  <a:lnTo>
                    <a:pt x="212357" y="119914"/>
                  </a:lnTo>
                  <a:lnTo>
                    <a:pt x="203663" y="111244"/>
                  </a:lnTo>
                  <a:lnTo>
                    <a:pt x="203451" y="110740"/>
                  </a:lnTo>
                  <a:lnTo>
                    <a:pt x="202460" y="107701"/>
                  </a:lnTo>
                  <a:close/>
                </a:path>
                <a:path w="281940" h="131445">
                  <a:moveTo>
                    <a:pt x="44102" y="107657"/>
                  </a:moveTo>
                  <a:lnTo>
                    <a:pt x="20279" y="107657"/>
                  </a:lnTo>
                  <a:lnTo>
                    <a:pt x="26536" y="107701"/>
                  </a:lnTo>
                  <a:lnTo>
                    <a:pt x="32778" y="107701"/>
                  </a:lnTo>
                  <a:lnTo>
                    <a:pt x="44795" y="126636"/>
                  </a:lnTo>
                  <a:lnTo>
                    <a:pt x="63201" y="131132"/>
                  </a:lnTo>
                  <a:lnTo>
                    <a:pt x="80443" y="123912"/>
                  </a:lnTo>
                  <a:lnTo>
                    <a:pt x="81911" y="121121"/>
                  </a:lnTo>
                  <a:lnTo>
                    <a:pt x="62786" y="121121"/>
                  </a:lnTo>
                  <a:lnTo>
                    <a:pt x="49833" y="117791"/>
                  </a:lnTo>
                  <a:lnTo>
                    <a:pt x="44102" y="107657"/>
                  </a:lnTo>
                  <a:close/>
                </a:path>
                <a:path w="281940" h="131445">
                  <a:moveTo>
                    <a:pt x="80527" y="84575"/>
                  </a:moveTo>
                  <a:lnTo>
                    <a:pt x="59926" y="84575"/>
                  </a:lnTo>
                  <a:lnTo>
                    <a:pt x="67369" y="85670"/>
                  </a:lnTo>
                  <a:lnTo>
                    <a:pt x="73386" y="89512"/>
                  </a:lnTo>
                  <a:lnTo>
                    <a:pt x="77518" y="95255"/>
                  </a:lnTo>
                  <a:lnTo>
                    <a:pt x="79317" y="102074"/>
                  </a:lnTo>
                  <a:lnTo>
                    <a:pt x="74711" y="115456"/>
                  </a:lnTo>
                  <a:lnTo>
                    <a:pt x="62786" y="121121"/>
                  </a:lnTo>
                  <a:lnTo>
                    <a:pt x="81911" y="121121"/>
                  </a:lnTo>
                  <a:lnTo>
                    <a:pt x="88967" y="107701"/>
                  </a:lnTo>
                  <a:lnTo>
                    <a:pt x="202460" y="107701"/>
                  </a:lnTo>
                  <a:lnTo>
                    <a:pt x="201383" y="104400"/>
                  </a:lnTo>
                  <a:lnTo>
                    <a:pt x="201352" y="104192"/>
                  </a:lnTo>
                  <a:lnTo>
                    <a:pt x="202010" y="98672"/>
                  </a:lnTo>
                  <a:lnTo>
                    <a:pt x="202185" y="98337"/>
                  </a:lnTo>
                  <a:lnTo>
                    <a:pt x="88967" y="98337"/>
                  </a:lnTo>
                  <a:lnTo>
                    <a:pt x="80527" y="84575"/>
                  </a:lnTo>
                  <a:close/>
                </a:path>
                <a:path w="281940" h="131445">
                  <a:moveTo>
                    <a:pt x="241242" y="84575"/>
                  </a:moveTo>
                  <a:lnTo>
                    <a:pt x="219132" y="84575"/>
                  </a:lnTo>
                  <a:lnTo>
                    <a:pt x="226633" y="85630"/>
                  </a:lnTo>
                  <a:lnTo>
                    <a:pt x="232631" y="89395"/>
                  </a:lnTo>
                  <a:lnTo>
                    <a:pt x="236728" y="95125"/>
                  </a:lnTo>
                  <a:lnTo>
                    <a:pt x="238525" y="102074"/>
                  </a:lnTo>
                  <a:lnTo>
                    <a:pt x="234689" y="114428"/>
                  </a:lnTo>
                  <a:lnTo>
                    <a:pt x="224333" y="120675"/>
                  </a:lnTo>
                  <a:lnTo>
                    <a:pt x="240249" y="120675"/>
                  </a:lnTo>
                  <a:lnTo>
                    <a:pt x="248177" y="107701"/>
                  </a:lnTo>
                  <a:lnTo>
                    <a:pt x="258837" y="107701"/>
                  </a:lnTo>
                  <a:lnTo>
                    <a:pt x="264675" y="104692"/>
                  </a:lnTo>
                  <a:lnTo>
                    <a:pt x="270159" y="99245"/>
                  </a:lnTo>
                  <a:lnTo>
                    <a:pt x="270834" y="98337"/>
                  </a:lnTo>
                  <a:lnTo>
                    <a:pt x="248177" y="98337"/>
                  </a:lnTo>
                  <a:lnTo>
                    <a:pt x="245249" y="89512"/>
                  </a:lnTo>
                  <a:lnTo>
                    <a:pt x="241242" y="84575"/>
                  </a:lnTo>
                  <a:close/>
                </a:path>
                <a:path w="281940" h="131445">
                  <a:moveTo>
                    <a:pt x="194329" y="0"/>
                  </a:moveTo>
                  <a:lnTo>
                    <a:pt x="136965" y="0"/>
                  </a:lnTo>
                  <a:lnTo>
                    <a:pt x="125665" y="1791"/>
                  </a:lnTo>
                  <a:lnTo>
                    <a:pt x="113712" y="6161"/>
                  </a:lnTo>
                  <a:lnTo>
                    <a:pt x="102614" y="11605"/>
                  </a:lnTo>
                  <a:lnTo>
                    <a:pt x="93877" y="16617"/>
                  </a:lnTo>
                  <a:lnTo>
                    <a:pt x="87847" y="20289"/>
                  </a:lnTo>
                  <a:lnTo>
                    <a:pt x="80874" y="23550"/>
                  </a:lnTo>
                  <a:lnTo>
                    <a:pt x="74862" y="26866"/>
                  </a:lnTo>
                  <a:lnTo>
                    <a:pt x="44849" y="42924"/>
                  </a:lnTo>
                  <a:lnTo>
                    <a:pt x="28732" y="52208"/>
                  </a:lnTo>
                  <a:lnTo>
                    <a:pt x="1441" y="92909"/>
                  </a:lnTo>
                  <a:lnTo>
                    <a:pt x="0" y="103017"/>
                  </a:lnTo>
                  <a:lnTo>
                    <a:pt x="0" y="109221"/>
                  </a:lnTo>
                  <a:lnTo>
                    <a:pt x="7736" y="107765"/>
                  </a:lnTo>
                  <a:lnTo>
                    <a:pt x="44102" y="107657"/>
                  </a:lnTo>
                  <a:lnTo>
                    <a:pt x="42142" y="104192"/>
                  </a:lnTo>
                  <a:lnTo>
                    <a:pt x="42717" y="98959"/>
                  </a:lnTo>
                  <a:lnTo>
                    <a:pt x="43022" y="98337"/>
                  </a:lnTo>
                  <a:lnTo>
                    <a:pt x="11708" y="98337"/>
                  </a:lnTo>
                  <a:lnTo>
                    <a:pt x="11797" y="94179"/>
                  </a:lnTo>
                  <a:lnTo>
                    <a:pt x="15026" y="82443"/>
                  </a:lnTo>
                  <a:lnTo>
                    <a:pt x="16388" y="79607"/>
                  </a:lnTo>
                  <a:lnTo>
                    <a:pt x="32114" y="79607"/>
                  </a:lnTo>
                  <a:lnTo>
                    <a:pt x="34221" y="78710"/>
                  </a:lnTo>
                  <a:lnTo>
                    <a:pt x="40185" y="73771"/>
                  </a:lnTo>
                  <a:lnTo>
                    <a:pt x="41212" y="70239"/>
                  </a:lnTo>
                  <a:lnTo>
                    <a:pt x="23411" y="70239"/>
                  </a:lnTo>
                  <a:lnTo>
                    <a:pt x="23734" y="69033"/>
                  </a:lnTo>
                  <a:lnTo>
                    <a:pt x="23140" y="69033"/>
                  </a:lnTo>
                  <a:lnTo>
                    <a:pt x="24358" y="66704"/>
                  </a:lnTo>
                  <a:lnTo>
                    <a:pt x="25345" y="66704"/>
                  </a:lnTo>
                  <a:lnTo>
                    <a:pt x="25604" y="66443"/>
                  </a:lnTo>
                  <a:lnTo>
                    <a:pt x="30557" y="62455"/>
                  </a:lnTo>
                  <a:lnTo>
                    <a:pt x="41780" y="62455"/>
                  </a:lnTo>
                  <a:lnTo>
                    <a:pt x="41683" y="60876"/>
                  </a:lnTo>
                  <a:lnTo>
                    <a:pt x="40971" y="56192"/>
                  </a:lnTo>
                  <a:lnTo>
                    <a:pt x="102791" y="23187"/>
                  </a:lnTo>
                  <a:lnTo>
                    <a:pt x="106935" y="20664"/>
                  </a:lnTo>
                  <a:lnTo>
                    <a:pt x="110577" y="19065"/>
                  </a:lnTo>
                  <a:lnTo>
                    <a:pt x="115110" y="16779"/>
                  </a:lnTo>
                  <a:lnTo>
                    <a:pt x="130616" y="11320"/>
                  </a:lnTo>
                  <a:lnTo>
                    <a:pt x="146933" y="9250"/>
                  </a:lnTo>
                  <a:lnTo>
                    <a:pt x="222750" y="9092"/>
                  </a:lnTo>
                  <a:lnTo>
                    <a:pt x="213408" y="3971"/>
                  </a:lnTo>
                  <a:lnTo>
                    <a:pt x="194329" y="0"/>
                  </a:lnTo>
                  <a:close/>
                </a:path>
                <a:path w="281940" h="131445">
                  <a:moveTo>
                    <a:pt x="60944" y="74731"/>
                  </a:moveTo>
                  <a:lnTo>
                    <a:pt x="43673" y="80518"/>
                  </a:lnTo>
                  <a:lnTo>
                    <a:pt x="32778" y="98337"/>
                  </a:lnTo>
                  <a:lnTo>
                    <a:pt x="43022" y="98337"/>
                  </a:lnTo>
                  <a:lnTo>
                    <a:pt x="45787" y="92685"/>
                  </a:lnTo>
                  <a:lnTo>
                    <a:pt x="51481" y="87259"/>
                  </a:lnTo>
                  <a:lnTo>
                    <a:pt x="59926" y="84575"/>
                  </a:lnTo>
                  <a:lnTo>
                    <a:pt x="80527" y="84575"/>
                  </a:lnTo>
                  <a:lnTo>
                    <a:pt x="78179" y="80747"/>
                  </a:lnTo>
                  <a:lnTo>
                    <a:pt x="60944" y="74731"/>
                  </a:lnTo>
                  <a:close/>
                </a:path>
                <a:path w="281940" h="131445">
                  <a:moveTo>
                    <a:pt x="224763" y="74923"/>
                  </a:moveTo>
                  <a:lnTo>
                    <a:pt x="213503" y="75855"/>
                  </a:lnTo>
                  <a:lnTo>
                    <a:pt x="204047" y="79359"/>
                  </a:lnTo>
                  <a:lnTo>
                    <a:pt x="196754" y="86499"/>
                  </a:lnTo>
                  <a:lnTo>
                    <a:pt x="191984" y="98337"/>
                  </a:lnTo>
                  <a:lnTo>
                    <a:pt x="202185" y="98337"/>
                  </a:lnTo>
                  <a:lnTo>
                    <a:pt x="205295" y="92408"/>
                  </a:lnTo>
                  <a:lnTo>
                    <a:pt x="211054" y="87131"/>
                  </a:lnTo>
                  <a:lnTo>
                    <a:pt x="219132" y="84575"/>
                  </a:lnTo>
                  <a:lnTo>
                    <a:pt x="241242" y="84575"/>
                  </a:lnTo>
                  <a:lnTo>
                    <a:pt x="239183" y="82038"/>
                  </a:lnTo>
                  <a:lnTo>
                    <a:pt x="231760" y="76859"/>
                  </a:lnTo>
                  <a:lnTo>
                    <a:pt x="224763" y="74923"/>
                  </a:lnTo>
                  <a:close/>
                </a:path>
                <a:path w="281940" h="131445">
                  <a:moveTo>
                    <a:pt x="261666" y="39966"/>
                  </a:moveTo>
                  <a:lnTo>
                    <a:pt x="261573" y="40323"/>
                  </a:lnTo>
                  <a:lnTo>
                    <a:pt x="256261" y="45655"/>
                  </a:lnTo>
                  <a:lnTo>
                    <a:pt x="254621" y="47880"/>
                  </a:lnTo>
                  <a:lnTo>
                    <a:pt x="252857" y="49917"/>
                  </a:lnTo>
                  <a:lnTo>
                    <a:pt x="252857" y="69963"/>
                  </a:lnTo>
                  <a:lnTo>
                    <a:pt x="261604" y="70239"/>
                  </a:lnTo>
                  <a:lnTo>
                    <a:pt x="271588" y="70239"/>
                  </a:lnTo>
                  <a:lnTo>
                    <a:pt x="268384" y="85945"/>
                  </a:lnTo>
                  <a:lnTo>
                    <a:pt x="261095" y="93958"/>
                  </a:lnTo>
                  <a:lnTo>
                    <a:pt x="253199" y="97137"/>
                  </a:lnTo>
                  <a:lnTo>
                    <a:pt x="248177" y="98337"/>
                  </a:lnTo>
                  <a:lnTo>
                    <a:pt x="270834" y="98337"/>
                  </a:lnTo>
                  <a:lnTo>
                    <a:pt x="278170" y="88470"/>
                  </a:lnTo>
                  <a:lnTo>
                    <a:pt x="281178" y="77029"/>
                  </a:lnTo>
                  <a:lnTo>
                    <a:pt x="281301" y="68158"/>
                  </a:lnTo>
                  <a:lnTo>
                    <a:pt x="281336" y="60876"/>
                  </a:lnTo>
                  <a:lnTo>
                    <a:pt x="266969" y="60876"/>
                  </a:lnTo>
                  <a:lnTo>
                    <a:pt x="266839" y="60509"/>
                  </a:lnTo>
                  <a:lnTo>
                    <a:pt x="263394" y="59706"/>
                  </a:lnTo>
                  <a:lnTo>
                    <a:pt x="262134" y="54954"/>
                  </a:lnTo>
                  <a:lnTo>
                    <a:pt x="261392" y="52485"/>
                  </a:lnTo>
                  <a:lnTo>
                    <a:pt x="271588" y="45655"/>
                  </a:lnTo>
                  <a:lnTo>
                    <a:pt x="281006" y="45655"/>
                  </a:lnTo>
                  <a:lnTo>
                    <a:pt x="280955" y="39985"/>
                  </a:lnTo>
                  <a:lnTo>
                    <a:pt x="262016" y="39985"/>
                  </a:lnTo>
                  <a:lnTo>
                    <a:pt x="261666" y="39966"/>
                  </a:lnTo>
                  <a:close/>
                </a:path>
                <a:path w="281940" h="131445">
                  <a:moveTo>
                    <a:pt x="32114" y="79607"/>
                  </a:moveTo>
                  <a:lnTo>
                    <a:pt x="21945" y="79607"/>
                  </a:lnTo>
                  <a:lnTo>
                    <a:pt x="29823" y="80582"/>
                  </a:lnTo>
                  <a:lnTo>
                    <a:pt x="32114" y="79607"/>
                  </a:lnTo>
                  <a:close/>
                </a:path>
                <a:path w="281940" h="131445">
                  <a:moveTo>
                    <a:pt x="41780" y="62455"/>
                  </a:moveTo>
                  <a:lnTo>
                    <a:pt x="30557" y="62455"/>
                  </a:lnTo>
                  <a:lnTo>
                    <a:pt x="32408" y="63340"/>
                  </a:lnTo>
                  <a:lnTo>
                    <a:pt x="32345" y="66443"/>
                  </a:lnTo>
                  <a:lnTo>
                    <a:pt x="31605" y="69070"/>
                  </a:lnTo>
                  <a:lnTo>
                    <a:pt x="28163" y="69872"/>
                  </a:lnTo>
                  <a:lnTo>
                    <a:pt x="28033" y="70239"/>
                  </a:lnTo>
                  <a:lnTo>
                    <a:pt x="41212" y="70239"/>
                  </a:lnTo>
                  <a:lnTo>
                    <a:pt x="42056" y="67336"/>
                  </a:lnTo>
                  <a:lnTo>
                    <a:pt x="41780" y="62455"/>
                  </a:lnTo>
                  <a:close/>
                </a:path>
                <a:path w="281940" h="131445">
                  <a:moveTo>
                    <a:pt x="23968" y="68158"/>
                  </a:moveTo>
                  <a:lnTo>
                    <a:pt x="23140" y="69033"/>
                  </a:lnTo>
                  <a:lnTo>
                    <a:pt x="23734" y="69033"/>
                  </a:lnTo>
                  <a:lnTo>
                    <a:pt x="23968" y="68158"/>
                  </a:lnTo>
                  <a:close/>
                </a:path>
                <a:path w="281940" h="131445">
                  <a:moveTo>
                    <a:pt x="25345" y="66704"/>
                  </a:moveTo>
                  <a:lnTo>
                    <a:pt x="24358" y="66704"/>
                  </a:lnTo>
                  <a:lnTo>
                    <a:pt x="23968" y="68158"/>
                  </a:lnTo>
                  <a:lnTo>
                    <a:pt x="25345" y="66704"/>
                  </a:lnTo>
                  <a:close/>
                </a:path>
                <a:path w="281940" h="131445">
                  <a:moveTo>
                    <a:pt x="281006" y="45655"/>
                  </a:moveTo>
                  <a:lnTo>
                    <a:pt x="271588" y="45655"/>
                  </a:lnTo>
                  <a:lnTo>
                    <a:pt x="271588" y="60876"/>
                  </a:lnTo>
                  <a:lnTo>
                    <a:pt x="281336" y="60876"/>
                  </a:lnTo>
                  <a:lnTo>
                    <a:pt x="281006" y="45655"/>
                  </a:lnTo>
                  <a:close/>
                </a:path>
                <a:path w="281940" h="131445">
                  <a:moveTo>
                    <a:pt x="222750" y="9092"/>
                  </a:moveTo>
                  <a:lnTo>
                    <a:pt x="164217" y="9092"/>
                  </a:lnTo>
                  <a:lnTo>
                    <a:pt x="182620" y="9367"/>
                  </a:lnTo>
                  <a:lnTo>
                    <a:pt x="200217" y="11180"/>
                  </a:lnTo>
                  <a:lnTo>
                    <a:pt x="214547" y="16085"/>
                  </a:lnTo>
                  <a:lnTo>
                    <a:pt x="227748" y="23283"/>
                  </a:lnTo>
                  <a:lnTo>
                    <a:pt x="241956" y="31976"/>
                  </a:lnTo>
                  <a:lnTo>
                    <a:pt x="249440" y="36424"/>
                  </a:lnTo>
                  <a:lnTo>
                    <a:pt x="251277" y="38895"/>
                  </a:lnTo>
                  <a:lnTo>
                    <a:pt x="262224" y="39805"/>
                  </a:lnTo>
                  <a:lnTo>
                    <a:pt x="262016" y="39985"/>
                  </a:lnTo>
                  <a:lnTo>
                    <a:pt x="280955" y="39985"/>
                  </a:lnTo>
                  <a:lnTo>
                    <a:pt x="280955" y="33563"/>
                  </a:lnTo>
                  <a:lnTo>
                    <a:pt x="271058" y="31054"/>
                  </a:lnTo>
                  <a:lnTo>
                    <a:pt x="263099" y="29563"/>
                  </a:lnTo>
                  <a:lnTo>
                    <a:pt x="245915" y="23000"/>
                  </a:lnTo>
                  <a:lnTo>
                    <a:pt x="229977" y="13053"/>
                  </a:lnTo>
                  <a:lnTo>
                    <a:pt x="222750" y="9092"/>
                  </a:lnTo>
                  <a:close/>
                </a:path>
              </a:pathLst>
            </a:custGeom>
            <a:solidFill>
              <a:srgbClr val="2838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9845" y="4744295"/>
              <a:ext cx="230411" cy="25896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83908" y="4634337"/>
              <a:ext cx="4034154" cy="576580"/>
            </a:xfrm>
            <a:custGeom>
              <a:avLst/>
              <a:gdLst/>
              <a:ahLst/>
              <a:cxnLst/>
              <a:rect l="l" t="t" r="r" b="b"/>
              <a:pathLst>
                <a:path w="4034154" h="576579">
                  <a:moveTo>
                    <a:pt x="3918723" y="0"/>
                  </a:moveTo>
                  <a:lnTo>
                    <a:pt x="115167" y="0"/>
                  </a:lnTo>
                  <a:lnTo>
                    <a:pt x="70448" y="9087"/>
                  </a:lnTo>
                  <a:lnTo>
                    <a:pt x="33829" y="33829"/>
                  </a:lnTo>
                  <a:lnTo>
                    <a:pt x="9087" y="70448"/>
                  </a:lnTo>
                  <a:lnTo>
                    <a:pt x="0" y="115167"/>
                  </a:lnTo>
                  <a:lnTo>
                    <a:pt x="0" y="461224"/>
                  </a:lnTo>
                  <a:lnTo>
                    <a:pt x="9098" y="505943"/>
                  </a:lnTo>
                  <a:lnTo>
                    <a:pt x="33860" y="542562"/>
                  </a:lnTo>
                  <a:lnTo>
                    <a:pt x="70483" y="567305"/>
                  </a:lnTo>
                  <a:lnTo>
                    <a:pt x="115167" y="576392"/>
                  </a:lnTo>
                  <a:lnTo>
                    <a:pt x="3918723" y="576392"/>
                  </a:lnTo>
                  <a:lnTo>
                    <a:pt x="3963407" y="567293"/>
                  </a:lnTo>
                  <a:lnTo>
                    <a:pt x="4000030" y="542531"/>
                  </a:lnTo>
                  <a:lnTo>
                    <a:pt x="4024792" y="505908"/>
                  </a:lnTo>
                  <a:lnTo>
                    <a:pt x="4033890" y="461224"/>
                  </a:lnTo>
                  <a:lnTo>
                    <a:pt x="4033890" y="115167"/>
                  </a:lnTo>
                  <a:lnTo>
                    <a:pt x="4024803" y="70483"/>
                  </a:lnTo>
                  <a:lnTo>
                    <a:pt x="4000061" y="33860"/>
                  </a:lnTo>
                  <a:lnTo>
                    <a:pt x="3963442" y="9098"/>
                  </a:lnTo>
                  <a:lnTo>
                    <a:pt x="3918723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00299" y="5406079"/>
              <a:ext cx="4034154" cy="738505"/>
            </a:xfrm>
            <a:custGeom>
              <a:avLst/>
              <a:gdLst/>
              <a:ahLst/>
              <a:cxnLst/>
              <a:rect l="l" t="t" r="r" b="b"/>
              <a:pathLst>
                <a:path w="4034154" h="738504">
                  <a:moveTo>
                    <a:pt x="3918722" y="0"/>
                  </a:moveTo>
                  <a:lnTo>
                    <a:pt x="115167" y="0"/>
                  </a:lnTo>
                  <a:lnTo>
                    <a:pt x="70448" y="9087"/>
                  </a:lnTo>
                  <a:lnTo>
                    <a:pt x="33828" y="33829"/>
                  </a:lnTo>
                  <a:lnTo>
                    <a:pt x="9086" y="70448"/>
                  </a:lnTo>
                  <a:lnTo>
                    <a:pt x="0" y="115167"/>
                  </a:lnTo>
                  <a:lnTo>
                    <a:pt x="0" y="623225"/>
                  </a:lnTo>
                  <a:lnTo>
                    <a:pt x="9101" y="667944"/>
                  </a:lnTo>
                  <a:lnTo>
                    <a:pt x="33868" y="704563"/>
                  </a:lnTo>
                  <a:lnTo>
                    <a:pt x="70492" y="729306"/>
                  </a:lnTo>
                  <a:lnTo>
                    <a:pt x="115167" y="738393"/>
                  </a:lnTo>
                  <a:lnTo>
                    <a:pt x="3918722" y="738393"/>
                  </a:lnTo>
                  <a:lnTo>
                    <a:pt x="3963396" y="729291"/>
                  </a:lnTo>
                  <a:lnTo>
                    <a:pt x="4000021" y="704524"/>
                  </a:lnTo>
                  <a:lnTo>
                    <a:pt x="4024787" y="667900"/>
                  </a:lnTo>
                  <a:lnTo>
                    <a:pt x="4033889" y="623225"/>
                  </a:lnTo>
                  <a:lnTo>
                    <a:pt x="4033889" y="115167"/>
                  </a:lnTo>
                  <a:lnTo>
                    <a:pt x="4024802" y="70492"/>
                  </a:lnTo>
                  <a:lnTo>
                    <a:pt x="4000060" y="33868"/>
                  </a:lnTo>
                  <a:lnTo>
                    <a:pt x="3963440" y="9101"/>
                  </a:lnTo>
                  <a:lnTo>
                    <a:pt x="3918722" y="0"/>
                  </a:lnTo>
                  <a:close/>
                </a:path>
              </a:pathLst>
            </a:custGeom>
            <a:solidFill>
              <a:srgbClr val="F27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6464" y="5436680"/>
              <a:ext cx="565908" cy="50722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983908" y="5406079"/>
              <a:ext cx="4034154" cy="738505"/>
            </a:xfrm>
            <a:custGeom>
              <a:avLst/>
              <a:gdLst/>
              <a:ahLst/>
              <a:cxnLst/>
              <a:rect l="l" t="t" r="r" b="b"/>
              <a:pathLst>
                <a:path w="4034154" h="738504">
                  <a:moveTo>
                    <a:pt x="3918723" y="0"/>
                  </a:moveTo>
                  <a:lnTo>
                    <a:pt x="115167" y="0"/>
                  </a:lnTo>
                  <a:lnTo>
                    <a:pt x="70448" y="9087"/>
                  </a:lnTo>
                  <a:lnTo>
                    <a:pt x="33829" y="33829"/>
                  </a:lnTo>
                  <a:lnTo>
                    <a:pt x="9087" y="70448"/>
                  </a:lnTo>
                  <a:lnTo>
                    <a:pt x="0" y="115167"/>
                  </a:lnTo>
                  <a:lnTo>
                    <a:pt x="0" y="623225"/>
                  </a:lnTo>
                  <a:lnTo>
                    <a:pt x="9101" y="667944"/>
                  </a:lnTo>
                  <a:lnTo>
                    <a:pt x="33868" y="704563"/>
                  </a:lnTo>
                  <a:lnTo>
                    <a:pt x="70492" y="729306"/>
                  </a:lnTo>
                  <a:lnTo>
                    <a:pt x="115167" y="738393"/>
                  </a:lnTo>
                  <a:lnTo>
                    <a:pt x="3918723" y="738393"/>
                  </a:lnTo>
                  <a:lnTo>
                    <a:pt x="3963398" y="729291"/>
                  </a:lnTo>
                  <a:lnTo>
                    <a:pt x="4000022" y="704524"/>
                  </a:lnTo>
                  <a:lnTo>
                    <a:pt x="4024789" y="667900"/>
                  </a:lnTo>
                  <a:lnTo>
                    <a:pt x="4033890" y="623225"/>
                  </a:lnTo>
                  <a:lnTo>
                    <a:pt x="4033890" y="115167"/>
                  </a:lnTo>
                  <a:lnTo>
                    <a:pt x="4024803" y="70492"/>
                  </a:lnTo>
                  <a:lnTo>
                    <a:pt x="4000061" y="33868"/>
                  </a:lnTo>
                  <a:lnTo>
                    <a:pt x="3963442" y="9101"/>
                  </a:lnTo>
                  <a:lnTo>
                    <a:pt x="3918723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00295" y="6339833"/>
              <a:ext cx="4034154" cy="846455"/>
            </a:xfrm>
            <a:custGeom>
              <a:avLst/>
              <a:gdLst/>
              <a:ahLst/>
              <a:cxnLst/>
              <a:rect l="l" t="t" r="r" b="b"/>
              <a:pathLst>
                <a:path w="4034154" h="846454">
                  <a:moveTo>
                    <a:pt x="3918722" y="0"/>
                  </a:moveTo>
                  <a:lnTo>
                    <a:pt x="115167" y="0"/>
                  </a:lnTo>
                  <a:lnTo>
                    <a:pt x="70448" y="9087"/>
                  </a:lnTo>
                  <a:lnTo>
                    <a:pt x="33829" y="33829"/>
                  </a:lnTo>
                  <a:lnTo>
                    <a:pt x="9087" y="70449"/>
                  </a:lnTo>
                  <a:lnTo>
                    <a:pt x="0" y="115168"/>
                  </a:lnTo>
                  <a:lnTo>
                    <a:pt x="0" y="731225"/>
                  </a:lnTo>
                  <a:lnTo>
                    <a:pt x="9104" y="775943"/>
                  </a:lnTo>
                  <a:lnTo>
                    <a:pt x="33876" y="812563"/>
                  </a:lnTo>
                  <a:lnTo>
                    <a:pt x="70501" y="837305"/>
                  </a:lnTo>
                  <a:lnTo>
                    <a:pt x="115167" y="846392"/>
                  </a:lnTo>
                  <a:lnTo>
                    <a:pt x="3918722" y="846392"/>
                  </a:lnTo>
                  <a:lnTo>
                    <a:pt x="3963387" y="837288"/>
                  </a:lnTo>
                  <a:lnTo>
                    <a:pt x="4000013" y="812516"/>
                  </a:lnTo>
                  <a:lnTo>
                    <a:pt x="4024784" y="775890"/>
                  </a:lnTo>
                  <a:lnTo>
                    <a:pt x="4033889" y="731225"/>
                  </a:lnTo>
                  <a:lnTo>
                    <a:pt x="4033889" y="115168"/>
                  </a:lnTo>
                  <a:lnTo>
                    <a:pt x="4024802" y="70502"/>
                  </a:lnTo>
                  <a:lnTo>
                    <a:pt x="4000060" y="33876"/>
                  </a:lnTo>
                  <a:lnTo>
                    <a:pt x="3963440" y="9104"/>
                  </a:lnTo>
                  <a:lnTo>
                    <a:pt x="3918722" y="0"/>
                  </a:lnTo>
                  <a:close/>
                </a:path>
              </a:pathLst>
            </a:custGeom>
            <a:solidFill>
              <a:srgbClr val="008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6461" y="6370434"/>
              <a:ext cx="565909" cy="50722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983905" y="6339833"/>
              <a:ext cx="4034154" cy="846455"/>
            </a:xfrm>
            <a:custGeom>
              <a:avLst/>
              <a:gdLst/>
              <a:ahLst/>
              <a:cxnLst/>
              <a:rect l="l" t="t" r="r" b="b"/>
              <a:pathLst>
                <a:path w="4034154" h="846454">
                  <a:moveTo>
                    <a:pt x="3918722" y="0"/>
                  </a:moveTo>
                  <a:lnTo>
                    <a:pt x="115167" y="0"/>
                  </a:lnTo>
                  <a:lnTo>
                    <a:pt x="70448" y="9087"/>
                  </a:lnTo>
                  <a:lnTo>
                    <a:pt x="33828" y="33829"/>
                  </a:lnTo>
                  <a:lnTo>
                    <a:pt x="9086" y="70449"/>
                  </a:lnTo>
                  <a:lnTo>
                    <a:pt x="0" y="115168"/>
                  </a:lnTo>
                  <a:lnTo>
                    <a:pt x="0" y="731225"/>
                  </a:lnTo>
                  <a:lnTo>
                    <a:pt x="9104" y="775943"/>
                  </a:lnTo>
                  <a:lnTo>
                    <a:pt x="33875" y="812563"/>
                  </a:lnTo>
                  <a:lnTo>
                    <a:pt x="70501" y="837305"/>
                  </a:lnTo>
                  <a:lnTo>
                    <a:pt x="115167" y="846392"/>
                  </a:lnTo>
                  <a:lnTo>
                    <a:pt x="3918722" y="846392"/>
                  </a:lnTo>
                  <a:lnTo>
                    <a:pt x="3963387" y="837288"/>
                  </a:lnTo>
                  <a:lnTo>
                    <a:pt x="4000013" y="812516"/>
                  </a:lnTo>
                  <a:lnTo>
                    <a:pt x="4024784" y="775890"/>
                  </a:lnTo>
                  <a:lnTo>
                    <a:pt x="4033889" y="731225"/>
                  </a:lnTo>
                  <a:lnTo>
                    <a:pt x="4033889" y="115168"/>
                  </a:lnTo>
                  <a:lnTo>
                    <a:pt x="4024802" y="70502"/>
                  </a:lnTo>
                  <a:lnTo>
                    <a:pt x="4000060" y="33876"/>
                  </a:lnTo>
                  <a:lnTo>
                    <a:pt x="3963440" y="9104"/>
                  </a:lnTo>
                  <a:lnTo>
                    <a:pt x="3918722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034902" y="2723578"/>
            <a:ext cx="3931920" cy="441960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630"/>
              </a:spcBef>
            </a:pPr>
            <a:r>
              <a:rPr sz="1000" b="1" spc="-15" dirty="0">
                <a:solidFill>
                  <a:srgbClr val="1A254F"/>
                </a:solidFill>
                <a:latin typeface="Trebuchet MS"/>
                <a:cs typeface="Trebuchet MS"/>
              </a:rPr>
              <a:t>Income</a:t>
            </a:r>
            <a:r>
              <a:rPr sz="1000" b="1" spc="-110" dirty="0">
                <a:solidFill>
                  <a:srgbClr val="1A254F"/>
                </a:solidFill>
                <a:latin typeface="Trebuchet MS"/>
                <a:cs typeface="Trebuchet MS"/>
              </a:rPr>
              <a:t> </a:t>
            </a:r>
            <a:r>
              <a:rPr sz="1000" b="1" spc="-15" dirty="0">
                <a:solidFill>
                  <a:srgbClr val="1A254F"/>
                </a:solidFill>
                <a:latin typeface="Trebuchet MS"/>
                <a:cs typeface="Trebuchet MS"/>
              </a:rPr>
              <a:t>Growth:</a:t>
            </a:r>
            <a:endParaRPr sz="1000" dirty="0">
              <a:latin typeface="Trebuchet MS"/>
              <a:cs typeface="Trebuchet MS"/>
            </a:endParaRPr>
          </a:p>
          <a:p>
            <a:pPr marL="12700" marR="5080">
              <a:lnSpc>
                <a:spcPct val="108000"/>
              </a:lnSpc>
              <a:spcBef>
                <a:spcPts val="375"/>
              </a:spcBef>
            </a:pP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60" dirty="0">
                <a:solidFill>
                  <a:srgbClr val="151616"/>
                </a:solidFill>
                <a:latin typeface="Arial MT"/>
                <a:cs typeface="Arial MT"/>
              </a:rPr>
              <a:t>US,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number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5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cars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per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1000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people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is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860,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Germany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0" dirty="0">
                <a:solidFill>
                  <a:srgbClr val="151616"/>
                </a:solidFill>
                <a:latin typeface="Arial MT"/>
                <a:cs typeface="Arial MT"/>
              </a:rPr>
              <a:t>it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is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627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whereas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 </a:t>
            </a:r>
            <a:r>
              <a:rPr sz="850" spc="-2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China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number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is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223.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contrast,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India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still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35" dirty="0">
                <a:solidFill>
                  <a:srgbClr val="151616"/>
                </a:solidFill>
                <a:latin typeface="Arial MT"/>
                <a:cs typeface="Arial MT"/>
              </a:rPr>
              <a:t>has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around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34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cars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per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1000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people.</a:t>
            </a:r>
            <a:endParaRPr sz="8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 dirty="0">
              <a:latin typeface="Arial MT"/>
              <a:cs typeface="Arial MT"/>
            </a:endParaRPr>
          </a:p>
          <a:p>
            <a:pPr marL="30480">
              <a:lnSpc>
                <a:spcPct val="100000"/>
              </a:lnSpc>
              <a:spcBef>
                <a:spcPts val="5"/>
              </a:spcBef>
            </a:pPr>
            <a:r>
              <a:rPr sz="1000" b="1" spc="-5" dirty="0">
                <a:solidFill>
                  <a:srgbClr val="1A254F"/>
                </a:solidFill>
                <a:latin typeface="Trebuchet MS"/>
                <a:cs typeface="Trebuchet MS"/>
              </a:rPr>
              <a:t>Industry</a:t>
            </a:r>
            <a:r>
              <a:rPr sz="1000" b="1" spc="-110" dirty="0">
                <a:solidFill>
                  <a:srgbClr val="1A254F"/>
                </a:solidFill>
                <a:latin typeface="Trebuchet MS"/>
                <a:cs typeface="Trebuchet MS"/>
              </a:rPr>
              <a:t> </a:t>
            </a:r>
            <a:r>
              <a:rPr sz="1000" b="1" dirty="0">
                <a:solidFill>
                  <a:srgbClr val="1A254F"/>
                </a:solidFill>
                <a:latin typeface="Trebuchet MS"/>
                <a:cs typeface="Trebuchet MS"/>
              </a:rPr>
              <a:t>Growth</a:t>
            </a:r>
            <a:r>
              <a:rPr sz="1000" b="1" spc="-110" dirty="0">
                <a:solidFill>
                  <a:srgbClr val="1A254F"/>
                </a:solidFill>
                <a:latin typeface="Trebuchet MS"/>
                <a:cs typeface="Trebuchet MS"/>
              </a:rPr>
              <a:t> </a:t>
            </a:r>
            <a:r>
              <a:rPr sz="1000" b="1" spc="-25" dirty="0">
                <a:solidFill>
                  <a:srgbClr val="1A254F"/>
                </a:solidFill>
                <a:latin typeface="Trebuchet MS"/>
                <a:cs typeface="Trebuchet MS"/>
              </a:rPr>
              <a:t>Projections:</a:t>
            </a:r>
            <a:endParaRPr sz="1000" dirty="0">
              <a:latin typeface="Trebuchet MS"/>
              <a:cs typeface="Trebuchet MS"/>
            </a:endParaRPr>
          </a:p>
          <a:p>
            <a:pPr marL="12700" marR="5080">
              <a:lnSpc>
                <a:spcPct val="105400"/>
              </a:lnSpc>
              <a:spcBef>
                <a:spcPts val="395"/>
              </a:spcBef>
            </a:pP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automotive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industry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India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is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projected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40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grow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from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$117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billion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2023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40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rgbClr val="151616"/>
                </a:solidFill>
                <a:latin typeface="Arial MT"/>
                <a:cs typeface="Arial MT"/>
              </a:rPr>
              <a:t>US$ </a:t>
            </a:r>
            <a:r>
              <a:rPr sz="850" spc="-2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188</a:t>
            </a:r>
            <a:r>
              <a:rPr sz="850" spc="-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billion</a:t>
            </a:r>
            <a:r>
              <a:rPr sz="850" spc="-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by</a:t>
            </a:r>
            <a:r>
              <a:rPr sz="850" spc="-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2029</a:t>
            </a:r>
            <a:r>
              <a:rPr sz="850" spc="-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40" dirty="0">
                <a:solidFill>
                  <a:srgbClr val="151616"/>
                </a:solidFill>
                <a:latin typeface="Arial MT"/>
                <a:cs typeface="Arial MT"/>
              </a:rPr>
              <a:t>(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Source:</a:t>
            </a:r>
            <a:r>
              <a:rPr sz="700" i="1" spc="1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5" dirty="0">
                <a:solidFill>
                  <a:srgbClr val="151616"/>
                </a:solidFill>
                <a:latin typeface="Arial"/>
                <a:cs typeface="Arial"/>
              </a:rPr>
              <a:t>Mordor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Intelligence).</a:t>
            </a:r>
            <a:r>
              <a:rPr sz="700" i="1" spc="1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auto</a:t>
            </a:r>
            <a:r>
              <a:rPr sz="850" spc="-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components</a:t>
            </a:r>
            <a:r>
              <a:rPr sz="850" spc="-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sector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currently </a:t>
            </a:r>
            <a:r>
              <a:rPr sz="850" spc="-2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stands</a:t>
            </a:r>
            <a:r>
              <a:rPr sz="850" spc="2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at  </a:t>
            </a:r>
            <a:r>
              <a:rPr sz="850" spc="-30" dirty="0">
                <a:solidFill>
                  <a:srgbClr val="151616"/>
                </a:solidFill>
                <a:latin typeface="Arial MT"/>
                <a:cs typeface="Arial MT"/>
              </a:rPr>
              <a:t>US$</a:t>
            </a:r>
            <a:r>
              <a:rPr sz="850" spc="3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71 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billion 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is</a:t>
            </a:r>
            <a:r>
              <a:rPr sz="850" spc="4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expected</a:t>
            </a:r>
            <a:r>
              <a:rPr sz="850" spc="44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40" dirty="0">
                <a:solidFill>
                  <a:srgbClr val="151616"/>
                </a:solidFill>
                <a:latin typeface="Arial MT"/>
                <a:cs typeface="Arial MT"/>
              </a:rPr>
              <a:t>to 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reach</a:t>
            </a:r>
            <a:r>
              <a:rPr sz="850" spc="4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$130 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billion 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by</a:t>
            </a:r>
            <a:r>
              <a:rPr sz="850" spc="229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Fy29.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(Source:</a:t>
            </a:r>
            <a:r>
              <a:rPr sz="700" i="1" spc="-10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Ricardo</a:t>
            </a:r>
            <a:r>
              <a:rPr sz="700" i="1" spc="-12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Analysis).</a:t>
            </a:r>
            <a:endParaRPr sz="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00" dirty="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</a:pPr>
            <a:r>
              <a:rPr sz="1000" b="1" spc="45" dirty="0">
                <a:solidFill>
                  <a:srgbClr val="1A254F"/>
                </a:solidFill>
                <a:latin typeface="Trebuchet MS"/>
                <a:cs typeface="Trebuchet MS"/>
              </a:rPr>
              <a:t>EV</a:t>
            </a:r>
            <a:r>
              <a:rPr sz="1000" b="1" spc="-110" dirty="0">
                <a:solidFill>
                  <a:srgbClr val="1A254F"/>
                </a:solidFill>
                <a:latin typeface="Trebuchet MS"/>
                <a:cs typeface="Trebuchet MS"/>
              </a:rPr>
              <a:t> </a:t>
            </a:r>
            <a:r>
              <a:rPr sz="1000" b="1" spc="40" dirty="0">
                <a:solidFill>
                  <a:srgbClr val="1A254F"/>
                </a:solidFill>
                <a:latin typeface="Trebuchet MS"/>
                <a:cs typeface="Trebuchet MS"/>
              </a:rPr>
              <a:t>Mar</a:t>
            </a:r>
            <a:r>
              <a:rPr sz="1000" b="1" dirty="0">
                <a:solidFill>
                  <a:srgbClr val="1A254F"/>
                </a:solidFill>
                <a:latin typeface="Trebuchet MS"/>
                <a:cs typeface="Trebuchet MS"/>
              </a:rPr>
              <a:t>k</a:t>
            </a:r>
            <a:r>
              <a:rPr sz="1000" b="1" spc="-25" dirty="0">
                <a:solidFill>
                  <a:srgbClr val="1A254F"/>
                </a:solidFill>
                <a:latin typeface="Trebuchet MS"/>
                <a:cs typeface="Trebuchet MS"/>
              </a:rPr>
              <a:t>et</a:t>
            </a:r>
            <a:r>
              <a:rPr sz="1000" b="1" spc="-110" dirty="0">
                <a:solidFill>
                  <a:srgbClr val="1A254F"/>
                </a:solidFill>
                <a:latin typeface="Trebuchet MS"/>
                <a:cs typeface="Trebuchet MS"/>
              </a:rPr>
              <a:t> </a:t>
            </a:r>
            <a:r>
              <a:rPr sz="1000" b="1" spc="5" dirty="0">
                <a:solidFill>
                  <a:srgbClr val="1A254F"/>
                </a:solidFill>
                <a:latin typeface="Trebuchet MS"/>
                <a:cs typeface="Trebuchet MS"/>
              </a:rPr>
              <a:t>E</a:t>
            </a:r>
            <a:r>
              <a:rPr sz="1000" b="1" spc="-15" dirty="0">
                <a:solidFill>
                  <a:srgbClr val="1A254F"/>
                </a:solidFill>
                <a:latin typeface="Trebuchet MS"/>
                <a:cs typeface="Trebuchet MS"/>
              </a:rPr>
              <a:t>v</a:t>
            </a:r>
            <a:r>
              <a:rPr sz="1000" b="1" spc="-25" dirty="0">
                <a:solidFill>
                  <a:srgbClr val="1A254F"/>
                </a:solidFill>
                <a:latin typeface="Trebuchet MS"/>
                <a:cs typeface="Trebuchet MS"/>
              </a:rPr>
              <a:t>olution:</a:t>
            </a:r>
            <a:endParaRPr sz="1000" dirty="0">
              <a:latin typeface="Trebuchet MS"/>
              <a:cs typeface="Trebuchet MS"/>
            </a:endParaRPr>
          </a:p>
          <a:p>
            <a:pPr marL="12700" marR="5080">
              <a:lnSpc>
                <a:spcPct val="108000"/>
              </a:lnSpc>
              <a:spcBef>
                <a:spcPts val="370"/>
              </a:spcBef>
            </a:pP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35" dirty="0">
                <a:solidFill>
                  <a:srgbClr val="151616"/>
                </a:solidFill>
                <a:latin typeface="Arial MT"/>
                <a:cs typeface="Arial MT"/>
              </a:rPr>
              <a:t>EV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(Electric</a:t>
            </a:r>
            <a:r>
              <a:rPr sz="85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Vehicle)</a:t>
            </a:r>
            <a:r>
              <a:rPr sz="85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market</a:t>
            </a:r>
            <a:r>
              <a:rPr sz="85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5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India</a:t>
            </a:r>
            <a:r>
              <a:rPr sz="85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is</a:t>
            </a:r>
            <a:r>
              <a:rPr sz="85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forecasted</a:t>
            </a:r>
            <a:r>
              <a:rPr sz="85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40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85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expand</a:t>
            </a:r>
            <a:r>
              <a:rPr sz="85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from</a:t>
            </a:r>
            <a:r>
              <a:rPr sz="85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$5.61</a:t>
            </a:r>
            <a:r>
              <a:rPr sz="85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billion</a:t>
            </a:r>
            <a:r>
              <a:rPr sz="85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 </a:t>
            </a:r>
            <a:r>
              <a:rPr sz="850" spc="-2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2023</a:t>
            </a:r>
            <a:r>
              <a:rPr sz="850" spc="-14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40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$37.7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billion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by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2028,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(Source:</a:t>
            </a:r>
            <a:r>
              <a:rPr sz="700" i="1" spc="-10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5" dirty="0">
                <a:solidFill>
                  <a:srgbClr val="151616"/>
                </a:solidFill>
                <a:latin typeface="Arial"/>
                <a:cs typeface="Arial"/>
              </a:rPr>
              <a:t>Mordor</a:t>
            </a:r>
            <a:r>
              <a:rPr sz="700" i="1" spc="-11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intelligence).</a:t>
            </a:r>
            <a:endParaRPr sz="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 dirty="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</a:pPr>
            <a:r>
              <a:rPr sz="1000" b="1" spc="20" dirty="0">
                <a:solidFill>
                  <a:srgbClr val="1A254F"/>
                </a:solidFill>
                <a:latin typeface="Trebuchet MS"/>
                <a:cs typeface="Trebuchet MS"/>
              </a:rPr>
              <a:t>V</a:t>
            </a:r>
            <a:r>
              <a:rPr sz="1000" b="1" spc="-35" dirty="0">
                <a:solidFill>
                  <a:srgbClr val="1A254F"/>
                </a:solidFill>
                <a:latin typeface="Trebuchet MS"/>
                <a:cs typeface="Trebuchet MS"/>
              </a:rPr>
              <a:t>ehicle</a:t>
            </a:r>
            <a:r>
              <a:rPr sz="1000" b="1" spc="-110" dirty="0">
                <a:solidFill>
                  <a:srgbClr val="1A254F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1A254F"/>
                </a:solidFill>
                <a:latin typeface="Trebuchet MS"/>
                <a:cs typeface="Trebuchet MS"/>
              </a:rPr>
              <a:t>Credit</a:t>
            </a:r>
            <a:r>
              <a:rPr sz="1000" b="1" spc="-110" dirty="0">
                <a:solidFill>
                  <a:srgbClr val="1A254F"/>
                </a:solidFill>
                <a:latin typeface="Trebuchet MS"/>
                <a:cs typeface="Trebuchet MS"/>
              </a:rPr>
              <a:t> </a:t>
            </a:r>
            <a:r>
              <a:rPr sz="1000" b="1" spc="-20" dirty="0">
                <a:solidFill>
                  <a:srgbClr val="1A254F"/>
                </a:solidFill>
                <a:latin typeface="Trebuchet MS"/>
                <a:cs typeface="Trebuchet MS"/>
              </a:rPr>
              <a:t>Expansion:</a:t>
            </a:r>
            <a:endParaRPr sz="1000" dirty="0">
              <a:latin typeface="Trebuchet MS"/>
              <a:cs typeface="Trebuchet MS"/>
            </a:endParaRPr>
          </a:p>
          <a:p>
            <a:pPr marL="12700" marR="5080" algn="just">
              <a:lnSpc>
                <a:spcPct val="109000"/>
              </a:lnSpc>
              <a:spcBef>
                <a:spcPts val="360"/>
              </a:spcBef>
            </a:pPr>
            <a:r>
              <a:rPr sz="850" spc="-25" dirty="0">
                <a:solidFill>
                  <a:srgbClr val="151616"/>
                </a:solidFill>
                <a:latin typeface="Arial MT"/>
                <a:cs typeface="Arial MT"/>
              </a:rPr>
              <a:t>As</a:t>
            </a:r>
            <a:r>
              <a:rPr sz="850" spc="-7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per</a:t>
            </a:r>
            <a:r>
              <a:rPr sz="85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RBI</a:t>
            </a:r>
            <a:r>
              <a:rPr sz="85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data,</a:t>
            </a:r>
            <a:r>
              <a:rPr sz="85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vehicle</a:t>
            </a:r>
            <a:r>
              <a:rPr sz="85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ﬁnance</a:t>
            </a:r>
            <a:r>
              <a:rPr sz="85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is</a:t>
            </a:r>
            <a:r>
              <a:rPr sz="85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among</a:t>
            </a:r>
            <a:r>
              <a:rPr sz="85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largest</a:t>
            </a:r>
            <a:r>
              <a:rPr sz="85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loan</a:t>
            </a:r>
            <a:r>
              <a:rPr sz="85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segments</a:t>
            </a:r>
            <a:r>
              <a:rPr sz="85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5" dirty="0">
                <a:solidFill>
                  <a:srgbClr val="151616"/>
                </a:solidFill>
                <a:latin typeface="Arial MT"/>
                <a:cs typeface="Arial MT"/>
              </a:rPr>
              <a:t>within</a:t>
            </a:r>
            <a:r>
              <a:rPr sz="85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retail</a:t>
            </a:r>
            <a:r>
              <a:rPr sz="85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and </a:t>
            </a:r>
            <a:r>
              <a:rPr sz="850" spc="-2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commercial</a:t>
            </a:r>
            <a:r>
              <a:rPr sz="850" spc="-10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credit.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5" dirty="0">
                <a:solidFill>
                  <a:srgbClr val="151616"/>
                </a:solidFill>
                <a:latin typeface="Arial MT"/>
                <a:cs typeface="Arial MT"/>
              </a:rPr>
              <a:t>total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vehicle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loan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book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is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around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rgbClr val="151616"/>
                </a:solidFill>
                <a:latin typeface="Trebuchet MS"/>
                <a:cs typeface="Trebuchet MS"/>
              </a:rPr>
              <a:t>`</a:t>
            </a:r>
            <a:r>
              <a:rPr sz="850" spc="-120" dirty="0">
                <a:solidFill>
                  <a:srgbClr val="151616"/>
                </a:solidFill>
                <a:latin typeface="Trebuchet MS"/>
                <a:cs typeface="Trebuchet MS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15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30" dirty="0">
                <a:solidFill>
                  <a:srgbClr val="151616"/>
                </a:solidFill>
                <a:latin typeface="Arial MT"/>
                <a:cs typeface="Arial MT"/>
              </a:rPr>
              <a:t>trillion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0" dirty="0">
                <a:solidFill>
                  <a:srgbClr val="151616"/>
                </a:solidFill>
                <a:latin typeface="Arial MT"/>
                <a:cs typeface="Arial MT"/>
              </a:rPr>
              <a:t>as</a:t>
            </a:r>
            <a:r>
              <a:rPr sz="850" spc="-10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on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date,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0" dirty="0">
                <a:solidFill>
                  <a:srgbClr val="151616"/>
                </a:solidFill>
                <a:latin typeface="Arial MT"/>
                <a:cs typeface="Arial MT"/>
              </a:rPr>
              <a:t>it </a:t>
            </a:r>
            <a:r>
              <a:rPr sz="850" spc="-2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is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growing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at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mid-to-high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teens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over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last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couple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5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rgbClr val="151616"/>
                </a:solidFill>
                <a:latin typeface="Arial MT"/>
                <a:cs typeface="Arial MT"/>
              </a:rPr>
              <a:t>years.</a:t>
            </a:r>
            <a:endParaRPr sz="8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 dirty="0">
              <a:latin typeface="Arial MT"/>
              <a:cs typeface="Arial MT"/>
            </a:endParaRPr>
          </a:p>
          <a:p>
            <a:pPr marL="30480">
              <a:lnSpc>
                <a:spcPct val="100000"/>
              </a:lnSpc>
            </a:pPr>
            <a:r>
              <a:rPr sz="1000" b="1" spc="25" dirty="0">
                <a:solidFill>
                  <a:srgbClr val="1A254F"/>
                </a:solidFill>
                <a:latin typeface="Trebuchet MS"/>
                <a:cs typeface="Trebuchet MS"/>
              </a:rPr>
              <a:t>G</a:t>
            </a:r>
            <a:r>
              <a:rPr sz="1000" b="1" spc="5" dirty="0">
                <a:solidFill>
                  <a:srgbClr val="1A254F"/>
                </a:solidFill>
                <a:latin typeface="Trebuchet MS"/>
                <a:cs typeface="Trebuchet MS"/>
              </a:rPr>
              <a:t>o</a:t>
            </a:r>
            <a:r>
              <a:rPr sz="1000" b="1" spc="-15" dirty="0">
                <a:solidFill>
                  <a:srgbClr val="1A254F"/>
                </a:solidFill>
                <a:latin typeface="Trebuchet MS"/>
                <a:cs typeface="Trebuchet MS"/>
              </a:rPr>
              <a:t>v</a:t>
            </a:r>
            <a:r>
              <a:rPr sz="1000" b="1" spc="-25" dirty="0">
                <a:solidFill>
                  <a:srgbClr val="1A254F"/>
                </a:solidFill>
                <a:latin typeface="Trebuchet MS"/>
                <a:cs typeface="Trebuchet MS"/>
              </a:rPr>
              <a:t>ernment</a:t>
            </a:r>
            <a:r>
              <a:rPr sz="1000" b="1" spc="80" dirty="0">
                <a:solidFill>
                  <a:srgbClr val="1A254F"/>
                </a:solidFill>
                <a:latin typeface="Trebuchet MS"/>
                <a:cs typeface="Trebuchet MS"/>
              </a:rPr>
              <a:t> </a:t>
            </a:r>
            <a:r>
              <a:rPr sz="1000" b="1" spc="15" dirty="0">
                <a:solidFill>
                  <a:srgbClr val="1A254F"/>
                </a:solidFill>
                <a:latin typeface="Trebuchet MS"/>
                <a:cs typeface="Trebuchet MS"/>
              </a:rPr>
              <a:t>P</a:t>
            </a:r>
            <a:r>
              <a:rPr sz="1000" b="1" spc="-25" dirty="0">
                <a:solidFill>
                  <a:srgbClr val="1A254F"/>
                </a:solidFill>
                <a:latin typeface="Trebuchet MS"/>
                <a:cs typeface="Trebuchet MS"/>
              </a:rPr>
              <a:t>olicies</a:t>
            </a:r>
            <a:r>
              <a:rPr sz="1000" b="1" spc="-110" dirty="0">
                <a:solidFill>
                  <a:srgbClr val="1A254F"/>
                </a:solidFill>
                <a:latin typeface="Trebuchet MS"/>
                <a:cs typeface="Trebuchet MS"/>
              </a:rPr>
              <a:t> </a:t>
            </a:r>
            <a:r>
              <a:rPr sz="1000" b="1" spc="-15" dirty="0">
                <a:solidFill>
                  <a:srgbClr val="1A254F"/>
                </a:solidFill>
                <a:latin typeface="Trebuchet MS"/>
                <a:cs typeface="Trebuchet MS"/>
              </a:rPr>
              <a:t>and</a:t>
            </a:r>
            <a:r>
              <a:rPr sz="1000" b="1" spc="-110" dirty="0">
                <a:solidFill>
                  <a:srgbClr val="1A254F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1A254F"/>
                </a:solidFill>
                <a:latin typeface="Trebuchet MS"/>
                <a:cs typeface="Trebuchet MS"/>
              </a:rPr>
              <a:t>Initiati</a:t>
            </a:r>
            <a:r>
              <a:rPr sz="1000" b="1" spc="-35" dirty="0">
                <a:solidFill>
                  <a:srgbClr val="1A254F"/>
                </a:solidFill>
                <a:latin typeface="Trebuchet MS"/>
                <a:cs typeface="Trebuchet MS"/>
              </a:rPr>
              <a:t>v</a:t>
            </a:r>
            <a:r>
              <a:rPr sz="1000" b="1" spc="-50" dirty="0">
                <a:solidFill>
                  <a:srgbClr val="1A254F"/>
                </a:solidFill>
                <a:latin typeface="Trebuchet MS"/>
                <a:cs typeface="Trebuchet MS"/>
              </a:rPr>
              <a:t>es:</a:t>
            </a:r>
            <a:endParaRPr sz="1000" dirty="0">
              <a:latin typeface="Trebuchet MS"/>
              <a:cs typeface="Trebuchet MS"/>
            </a:endParaRPr>
          </a:p>
          <a:p>
            <a:pPr marL="12700" marR="5080" algn="just">
              <a:lnSpc>
                <a:spcPct val="108000"/>
              </a:lnSpc>
              <a:spcBef>
                <a:spcPts val="370"/>
              </a:spcBef>
            </a:pP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Policies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like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the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Production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Linked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Incentive </a:t>
            </a:r>
            <a:r>
              <a:rPr sz="850" spc="-25" dirty="0">
                <a:solidFill>
                  <a:srgbClr val="151616"/>
                </a:solidFill>
                <a:latin typeface="Arial MT"/>
                <a:cs typeface="Arial MT"/>
              </a:rPr>
              <a:t>(PLI) </a:t>
            </a:r>
            <a:r>
              <a:rPr sz="850" spc="-30" dirty="0">
                <a:solidFill>
                  <a:srgbClr val="151616"/>
                </a:solidFill>
                <a:latin typeface="Arial MT"/>
                <a:cs typeface="Arial MT"/>
              </a:rPr>
              <a:t>scheme,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100%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FDI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allowance,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Automotive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Mission 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Plan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(AMP)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2016-26,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Vehicle </a:t>
            </a:r>
            <a:r>
              <a:rPr sz="850" spc="-30" dirty="0">
                <a:solidFill>
                  <a:srgbClr val="151616"/>
                </a:solidFill>
                <a:latin typeface="Arial MT"/>
                <a:cs typeface="Arial MT"/>
              </a:rPr>
              <a:t>Scrappage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Policy 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(Launched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2021),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Faster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Adoption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Manufacturing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5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Hybrid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30" dirty="0">
                <a:solidFill>
                  <a:srgbClr val="151616"/>
                </a:solidFill>
                <a:latin typeface="Arial MT"/>
                <a:cs typeface="Arial MT"/>
              </a:rPr>
              <a:t>&amp;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Electric</a:t>
            </a:r>
            <a:r>
              <a:rPr sz="85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Vehicles</a:t>
            </a:r>
            <a:r>
              <a:rPr sz="85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rgbClr val="151616"/>
                </a:solidFill>
                <a:latin typeface="Arial MT"/>
                <a:cs typeface="Arial MT"/>
              </a:rPr>
              <a:t>(FAME) </a:t>
            </a:r>
            <a:r>
              <a:rPr sz="850" spc="-2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rgbClr val="151616"/>
                </a:solidFill>
                <a:latin typeface="Arial MT"/>
                <a:cs typeface="Arial MT"/>
              </a:rPr>
              <a:t>scheme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are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expected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40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drive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industry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growth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innovation.</a:t>
            </a:r>
            <a:endParaRPr sz="8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2602" y="508831"/>
            <a:ext cx="4436745" cy="245745"/>
            <a:chOff x="582602" y="508831"/>
            <a:chExt cx="4436745" cy="245745"/>
          </a:xfrm>
        </p:grpSpPr>
        <p:sp>
          <p:nvSpPr>
            <p:cNvPr id="3" name="object 3"/>
            <p:cNvSpPr/>
            <p:nvPr/>
          </p:nvSpPr>
          <p:spPr>
            <a:xfrm>
              <a:off x="654994" y="508831"/>
              <a:ext cx="4364355" cy="245745"/>
            </a:xfrm>
            <a:custGeom>
              <a:avLst/>
              <a:gdLst/>
              <a:ahLst/>
              <a:cxnLst/>
              <a:rect l="l" t="t" r="r" b="b"/>
              <a:pathLst>
                <a:path w="4364355" h="245745">
                  <a:moveTo>
                    <a:pt x="4292013" y="0"/>
                  </a:moveTo>
                  <a:lnTo>
                    <a:pt x="0" y="0"/>
                  </a:lnTo>
                  <a:lnTo>
                    <a:pt x="0" y="245389"/>
                  </a:lnTo>
                  <a:lnTo>
                    <a:pt x="4292013" y="245389"/>
                  </a:lnTo>
                  <a:lnTo>
                    <a:pt x="4319934" y="239469"/>
                  </a:lnTo>
                  <a:lnTo>
                    <a:pt x="4342799" y="223349"/>
                  </a:lnTo>
                  <a:lnTo>
                    <a:pt x="4358249" y="199494"/>
                  </a:lnTo>
                  <a:lnTo>
                    <a:pt x="4363923" y="170365"/>
                  </a:lnTo>
                  <a:lnTo>
                    <a:pt x="4363923" y="75023"/>
                  </a:lnTo>
                  <a:lnTo>
                    <a:pt x="4358249" y="45895"/>
                  </a:lnTo>
                  <a:lnTo>
                    <a:pt x="4342799" y="22039"/>
                  </a:lnTo>
                  <a:lnTo>
                    <a:pt x="4319934" y="5920"/>
                  </a:lnTo>
                  <a:lnTo>
                    <a:pt x="4292013" y="0"/>
                  </a:lnTo>
                  <a:close/>
                </a:path>
              </a:pathLst>
            </a:custGeom>
            <a:solidFill>
              <a:srgbClr val="F47F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82602" y="508831"/>
              <a:ext cx="4286885" cy="245745"/>
            </a:xfrm>
            <a:custGeom>
              <a:avLst/>
              <a:gdLst/>
              <a:ahLst/>
              <a:cxnLst/>
              <a:rect l="l" t="t" r="r" b="b"/>
              <a:pathLst>
                <a:path w="4286885" h="245745">
                  <a:moveTo>
                    <a:pt x="4167028" y="0"/>
                  </a:moveTo>
                  <a:lnTo>
                    <a:pt x="0" y="0"/>
                  </a:lnTo>
                  <a:lnTo>
                    <a:pt x="0" y="245389"/>
                  </a:lnTo>
                  <a:lnTo>
                    <a:pt x="4167028" y="245389"/>
                  </a:lnTo>
                  <a:lnTo>
                    <a:pt x="4213406" y="235707"/>
                  </a:lnTo>
                  <a:lnTo>
                    <a:pt x="4251388" y="209347"/>
                  </a:lnTo>
                  <a:lnTo>
                    <a:pt x="4277051" y="170334"/>
                  </a:lnTo>
                  <a:lnTo>
                    <a:pt x="4286477" y="122694"/>
                  </a:lnTo>
                  <a:lnTo>
                    <a:pt x="4277052" y="75054"/>
                  </a:lnTo>
                  <a:lnTo>
                    <a:pt x="4251390" y="36041"/>
                  </a:lnTo>
                  <a:lnTo>
                    <a:pt x="4213409" y="9681"/>
                  </a:lnTo>
                  <a:lnTo>
                    <a:pt x="4167028" y="0"/>
                  </a:lnTo>
                  <a:close/>
                </a:path>
              </a:pathLst>
            </a:custGeom>
            <a:solidFill>
              <a:srgbClr val="008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51667" y="530786"/>
            <a:ext cx="23069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65" dirty="0">
                <a:solidFill>
                  <a:srgbClr val="FFFFFF"/>
                </a:solidFill>
                <a:latin typeface="Arial"/>
                <a:cs typeface="Arial"/>
              </a:rPr>
              <a:t>PER</a:t>
            </a:r>
            <a:r>
              <a:rPr sz="1000" b="1" spc="-70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ORMANCE</a:t>
            </a:r>
            <a:r>
              <a:rPr sz="1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0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15" dirty="0">
                <a:solidFill>
                  <a:srgbClr val="FFFFFF"/>
                </a:solidFill>
                <a:latin typeface="Arial"/>
                <a:cs typeface="Arial"/>
              </a:rPr>
              <a:t>BENCHMARK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5330" y="350726"/>
            <a:ext cx="511175" cy="521970"/>
            <a:chOff x="305330" y="350726"/>
            <a:chExt cx="511175" cy="521970"/>
          </a:xfrm>
        </p:grpSpPr>
        <p:sp>
          <p:nvSpPr>
            <p:cNvPr id="7" name="object 7"/>
            <p:cNvSpPr/>
            <p:nvPr/>
          </p:nvSpPr>
          <p:spPr>
            <a:xfrm>
              <a:off x="305330" y="350726"/>
              <a:ext cx="511175" cy="521970"/>
            </a:xfrm>
            <a:custGeom>
              <a:avLst/>
              <a:gdLst/>
              <a:ahLst/>
              <a:cxnLst/>
              <a:rect l="l" t="t" r="r" b="b"/>
              <a:pathLst>
                <a:path w="511175" h="521969">
                  <a:moveTo>
                    <a:pt x="289067" y="455442"/>
                  </a:moveTo>
                  <a:lnTo>
                    <a:pt x="190835" y="455442"/>
                  </a:lnTo>
                  <a:lnTo>
                    <a:pt x="203853" y="460741"/>
                  </a:lnTo>
                  <a:lnTo>
                    <a:pt x="215988" y="466424"/>
                  </a:lnTo>
                  <a:lnTo>
                    <a:pt x="228589" y="471905"/>
                  </a:lnTo>
                  <a:lnTo>
                    <a:pt x="243008" y="476603"/>
                  </a:lnTo>
                  <a:lnTo>
                    <a:pt x="250235" y="512549"/>
                  </a:lnTo>
                  <a:lnTo>
                    <a:pt x="305690" y="521563"/>
                  </a:lnTo>
                  <a:lnTo>
                    <a:pt x="306629" y="515680"/>
                  </a:lnTo>
                  <a:lnTo>
                    <a:pt x="307411" y="510476"/>
                  </a:lnTo>
                  <a:lnTo>
                    <a:pt x="308753" y="496857"/>
                  </a:lnTo>
                  <a:lnTo>
                    <a:pt x="307756" y="496857"/>
                  </a:lnTo>
                  <a:lnTo>
                    <a:pt x="309045" y="493897"/>
                  </a:lnTo>
                  <a:lnTo>
                    <a:pt x="309196" y="493897"/>
                  </a:lnTo>
                  <a:lnTo>
                    <a:pt x="311072" y="490042"/>
                  </a:lnTo>
                  <a:lnTo>
                    <a:pt x="360536" y="485287"/>
                  </a:lnTo>
                  <a:lnTo>
                    <a:pt x="426162" y="485287"/>
                  </a:lnTo>
                  <a:lnTo>
                    <a:pt x="424097" y="480481"/>
                  </a:lnTo>
                  <a:lnTo>
                    <a:pt x="420918" y="472306"/>
                  </a:lnTo>
                  <a:lnTo>
                    <a:pt x="418862" y="462506"/>
                  </a:lnTo>
                  <a:lnTo>
                    <a:pt x="425392" y="456811"/>
                  </a:lnTo>
                  <a:lnTo>
                    <a:pt x="296741" y="456811"/>
                  </a:lnTo>
                  <a:lnTo>
                    <a:pt x="289067" y="455442"/>
                  </a:lnTo>
                  <a:close/>
                </a:path>
                <a:path w="511175" h="521969">
                  <a:moveTo>
                    <a:pt x="426162" y="485287"/>
                  </a:moveTo>
                  <a:lnTo>
                    <a:pt x="360536" y="485287"/>
                  </a:lnTo>
                  <a:lnTo>
                    <a:pt x="366811" y="492237"/>
                  </a:lnTo>
                  <a:lnTo>
                    <a:pt x="372768" y="499949"/>
                  </a:lnTo>
                  <a:lnTo>
                    <a:pt x="378301" y="507928"/>
                  </a:lnTo>
                  <a:lnTo>
                    <a:pt x="383302" y="515680"/>
                  </a:lnTo>
                  <a:lnTo>
                    <a:pt x="430531" y="498142"/>
                  </a:lnTo>
                  <a:lnTo>
                    <a:pt x="427576" y="488578"/>
                  </a:lnTo>
                  <a:lnTo>
                    <a:pt x="426162" y="485287"/>
                  </a:lnTo>
                  <a:close/>
                </a:path>
                <a:path w="511175" h="521969">
                  <a:moveTo>
                    <a:pt x="309007" y="494286"/>
                  </a:moveTo>
                  <a:lnTo>
                    <a:pt x="307756" y="496857"/>
                  </a:lnTo>
                  <a:lnTo>
                    <a:pt x="308753" y="496857"/>
                  </a:lnTo>
                  <a:lnTo>
                    <a:pt x="309007" y="494286"/>
                  </a:lnTo>
                  <a:close/>
                </a:path>
                <a:path w="511175" h="521969">
                  <a:moveTo>
                    <a:pt x="309196" y="493897"/>
                  </a:moveTo>
                  <a:lnTo>
                    <a:pt x="309045" y="493897"/>
                  </a:lnTo>
                  <a:lnTo>
                    <a:pt x="309007" y="494286"/>
                  </a:lnTo>
                  <a:lnTo>
                    <a:pt x="309196" y="493897"/>
                  </a:lnTo>
                  <a:close/>
                </a:path>
                <a:path w="511175" h="521969">
                  <a:moveTo>
                    <a:pt x="127971" y="368898"/>
                  </a:moveTo>
                  <a:lnTo>
                    <a:pt x="93433" y="368898"/>
                  </a:lnTo>
                  <a:lnTo>
                    <a:pt x="97745" y="375429"/>
                  </a:lnTo>
                  <a:lnTo>
                    <a:pt x="104076" y="383591"/>
                  </a:lnTo>
                  <a:lnTo>
                    <a:pt x="110786" y="391162"/>
                  </a:lnTo>
                  <a:lnTo>
                    <a:pt x="116236" y="395923"/>
                  </a:lnTo>
                  <a:lnTo>
                    <a:pt x="130823" y="411015"/>
                  </a:lnTo>
                  <a:lnTo>
                    <a:pt x="120887" y="441025"/>
                  </a:lnTo>
                  <a:lnTo>
                    <a:pt x="128726" y="448055"/>
                  </a:lnTo>
                  <a:lnTo>
                    <a:pt x="143288" y="459188"/>
                  </a:lnTo>
                  <a:lnTo>
                    <a:pt x="158767" y="470133"/>
                  </a:lnTo>
                  <a:lnTo>
                    <a:pt x="169362" y="476596"/>
                  </a:lnTo>
                  <a:lnTo>
                    <a:pt x="175785" y="471581"/>
                  </a:lnTo>
                  <a:lnTo>
                    <a:pt x="180305" y="466176"/>
                  </a:lnTo>
                  <a:lnTo>
                    <a:pt x="184721" y="460695"/>
                  </a:lnTo>
                  <a:lnTo>
                    <a:pt x="190835" y="455442"/>
                  </a:lnTo>
                  <a:lnTo>
                    <a:pt x="289067" y="455442"/>
                  </a:lnTo>
                  <a:lnTo>
                    <a:pt x="248617" y="448227"/>
                  </a:lnTo>
                  <a:lnTo>
                    <a:pt x="204087" y="429962"/>
                  </a:lnTo>
                  <a:lnTo>
                    <a:pt x="171348" y="409006"/>
                  </a:lnTo>
                  <a:lnTo>
                    <a:pt x="154494" y="395185"/>
                  </a:lnTo>
                  <a:lnTo>
                    <a:pt x="149324" y="390199"/>
                  </a:lnTo>
                  <a:lnTo>
                    <a:pt x="148855" y="389775"/>
                  </a:lnTo>
                  <a:lnTo>
                    <a:pt x="143977" y="389775"/>
                  </a:lnTo>
                  <a:lnTo>
                    <a:pt x="142307" y="384752"/>
                  </a:lnTo>
                  <a:lnTo>
                    <a:pt x="141425" y="384752"/>
                  </a:lnTo>
                  <a:lnTo>
                    <a:pt x="140882" y="384407"/>
                  </a:lnTo>
                  <a:lnTo>
                    <a:pt x="135743" y="377648"/>
                  </a:lnTo>
                  <a:lnTo>
                    <a:pt x="129657" y="370750"/>
                  </a:lnTo>
                  <a:lnTo>
                    <a:pt x="127971" y="368898"/>
                  </a:lnTo>
                  <a:close/>
                </a:path>
                <a:path w="511175" h="521969">
                  <a:moveTo>
                    <a:pt x="472747" y="405153"/>
                  </a:moveTo>
                  <a:lnTo>
                    <a:pt x="455131" y="405171"/>
                  </a:lnTo>
                  <a:lnTo>
                    <a:pt x="446233" y="408624"/>
                  </a:lnTo>
                  <a:lnTo>
                    <a:pt x="434353" y="418208"/>
                  </a:lnTo>
                  <a:lnTo>
                    <a:pt x="392441" y="442427"/>
                  </a:lnTo>
                  <a:lnTo>
                    <a:pt x="345626" y="455086"/>
                  </a:lnTo>
                  <a:lnTo>
                    <a:pt x="296741" y="456811"/>
                  </a:lnTo>
                  <a:lnTo>
                    <a:pt x="425392" y="456811"/>
                  </a:lnTo>
                  <a:lnTo>
                    <a:pt x="452904" y="432817"/>
                  </a:lnTo>
                  <a:lnTo>
                    <a:pt x="497322" y="432817"/>
                  </a:lnTo>
                  <a:lnTo>
                    <a:pt x="500362" y="427874"/>
                  </a:lnTo>
                  <a:lnTo>
                    <a:pt x="507140" y="415826"/>
                  </a:lnTo>
                  <a:lnTo>
                    <a:pt x="510782" y="405878"/>
                  </a:lnTo>
                  <a:lnTo>
                    <a:pt x="472747" y="405153"/>
                  </a:lnTo>
                  <a:close/>
                </a:path>
                <a:path w="511175" h="521969">
                  <a:moveTo>
                    <a:pt x="497322" y="432817"/>
                  </a:moveTo>
                  <a:lnTo>
                    <a:pt x="452904" y="432817"/>
                  </a:lnTo>
                  <a:lnTo>
                    <a:pt x="461472" y="436555"/>
                  </a:lnTo>
                  <a:lnTo>
                    <a:pt x="478466" y="445621"/>
                  </a:lnTo>
                  <a:lnTo>
                    <a:pt x="487573" y="449596"/>
                  </a:lnTo>
                  <a:lnTo>
                    <a:pt x="492992" y="439854"/>
                  </a:lnTo>
                  <a:lnTo>
                    <a:pt x="497322" y="432817"/>
                  </a:lnTo>
                  <a:close/>
                </a:path>
                <a:path w="511175" h="521969">
                  <a:moveTo>
                    <a:pt x="144039" y="385419"/>
                  </a:moveTo>
                  <a:lnTo>
                    <a:pt x="143977" y="389775"/>
                  </a:lnTo>
                  <a:lnTo>
                    <a:pt x="148855" y="389775"/>
                  </a:lnTo>
                  <a:lnTo>
                    <a:pt x="144039" y="385419"/>
                  </a:lnTo>
                  <a:close/>
                </a:path>
                <a:path w="511175" h="521969">
                  <a:moveTo>
                    <a:pt x="142253" y="384591"/>
                  </a:moveTo>
                  <a:lnTo>
                    <a:pt x="141425" y="384752"/>
                  </a:lnTo>
                  <a:lnTo>
                    <a:pt x="142307" y="384752"/>
                  </a:lnTo>
                  <a:lnTo>
                    <a:pt x="142253" y="384591"/>
                  </a:lnTo>
                  <a:close/>
                </a:path>
                <a:path w="511175" h="521969">
                  <a:moveTo>
                    <a:pt x="17074" y="112755"/>
                  </a:moveTo>
                  <a:lnTo>
                    <a:pt x="20143" y="115626"/>
                  </a:lnTo>
                  <a:lnTo>
                    <a:pt x="30020" y="125646"/>
                  </a:lnTo>
                  <a:lnTo>
                    <a:pt x="30408" y="126150"/>
                  </a:lnTo>
                  <a:lnTo>
                    <a:pt x="36399" y="132342"/>
                  </a:lnTo>
                  <a:lnTo>
                    <a:pt x="38426" y="132756"/>
                  </a:lnTo>
                  <a:lnTo>
                    <a:pt x="44772" y="140288"/>
                  </a:lnTo>
                  <a:lnTo>
                    <a:pt x="42988" y="151113"/>
                  </a:lnTo>
                  <a:lnTo>
                    <a:pt x="39920" y="162702"/>
                  </a:lnTo>
                  <a:lnTo>
                    <a:pt x="36842" y="175102"/>
                  </a:lnTo>
                  <a:lnTo>
                    <a:pt x="35034" y="188362"/>
                  </a:lnTo>
                  <a:lnTo>
                    <a:pt x="0" y="188372"/>
                  </a:lnTo>
                  <a:lnTo>
                    <a:pt x="2245" y="241578"/>
                  </a:lnTo>
                  <a:lnTo>
                    <a:pt x="38832" y="253565"/>
                  </a:lnTo>
                  <a:lnTo>
                    <a:pt x="41546" y="267441"/>
                  </a:lnTo>
                  <a:lnTo>
                    <a:pt x="45408" y="279949"/>
                  </a:lnTo>
                  <a:lnTo>
                    <a:pt x="49844" y="292297"/>
                  </a:lnTo>
                  <a:lnTo>
                    <a:pt x="54277" y="305694"/>
                  </a:lnTo>
                  <a:lnTo>
                    <a:pt x="28950" y="321861"/>
                  </a:lnTo>
                  <a:lnTo>
                    <a:pt x="34381" y="333623"/>
                  </a:lnTo>
                  <a:lnTo>
                    <a:pt x="42426" y="347496"/>
                  </a:lnTo>
                  <a:lnTo>
                    <a:pt x="50948" y="361772"/>
                  </a:lnTo>
                  <a:lnTo>
                    <a:pt x="57807" y="374741"/>
                  </a:lnTo>
                  <a:lnTo>
                    <a:pt x="93433" y="368898"/>
                  </a:lnTo>
                  <a:lnTo>
                    <a:pt x="127971" y="368898"/>
                  </a:lnTo>
                  <a:lnTo>
                    <a:pt x="123151" y="363602"/>
                  </a:lnTo>
                  <a:lnTo>
                    <a:pt x="116751" y="356094"/>
                  </a:lnTo>
                  <a:lnTo>
                    <a:pt x="92380" y="319286"/>
                  </a:lnTo>
                  <a:lnTo>
                    <a:pt x="75251" y="278896"/>
                  </a:lnTo>
                  <a:lnTo>
                    <a:pt x="66623" y="236445"/>
                  </a:lnTo>
                  <a:lnTo>
                    <a:pt x="67756" y="193455"/>
                  </a:lnTo>
                  <a:lnTo>
                    <a:pt x="79908" y="151450"/>
                  </a:lnTo>
                  <a:lnTo>
                    <a:pt x="103764" y="112879"/>
                  </a:lnTo>
                  <a:lnTo>
                    <a:pt x="17863" y="112879"/>
                  </a:lnTo>
                  <a:lnTo>
                    <a:pt x="17074" y="112755"/>
                  </a:lnTo>
                  <a:close/>
                </a:path>
                <a:path w="511175" h="521969">
                  <a:moveTo>
                    <a:pt x="42616" y="73061"/>
                  </a:moveTo>
                  <a:lnTo>
                    <a:pt x="36787" y="81073"/>
                  </a:lnTo>
                  <a:lnTo>
                    <a:pt x="29572" y="92415"/>
                  </a:lnTo>
                  <a:lnTo>
                    <a:pt x="23274" y="103708"/>
                  </a:lnTo>
                  <a:lnTo>
                    <a:pt x="19867" y="112165"/>
                  </a:lnTo>
                  <a:lnTo>
                    <a:pt x="17863" y="112879"/>
                  </a:lnTo>
                  <a:lnTo>
                    <a:pt x="103764" y="112879"/>
                  </a:lnTo>
                  <a:lnTo>
                    <a:pt x="104338" y="111951"/>
                  </a:lnTo>
                  <a:lnTo>
                    <a:pt x="104574" y="111664"/>
                  </a:lnTo>
                  <a:lnTo>
                    <a:pt x="104179" y="111664"/>
                  </a:lnTo>
                  <a:lnTo>
                    <a:pt x="107426" y="108435"/>
                  </a:lnTo>
                  <a:lnTo>
                    <a:pt x="124653" y="92415"/>
                  </a:lnTo>
                  <a:lnTo>
                    <a:pt x="130276" y="89056"/>
                  </a:lnTo>
                  <a:lnTo>
                    <a:pt x="76986" y="89056"/>
                  </a:lnTo>
                  <a:lnTo>
                    <a:pt x="68053" y="85904"/>
                  </a:lnTo>
                  <a:lnTo>
                    <a:pt x="59791" y="81487"/>
                  </a:lnTo>
                  <a:lnTo>
                    <a:pt x="51534" y="76855"/>
                  </a:lnTo>
                  <a:lnTo>
                    <a:pt x="42616" y="73061"/>
                  </a:lnTo>
                  <a:close/>
                </a:path>
                <a:path w="511175" h="521969">
                  <a:moveTo>
                    <a:pt x="106156" y="109741"/>
                  </a:moveTo>
                  <a:lnTo>
                    <a:pt x="104179" y="111664"/>
                  </a:lnTo>
                  <a:lnTo>
                    <a:pt x="104574" y="111664"/>
                  </a:lnTo>
                  <a:lnTo>
                    <a:pt x="106156" y="109741"/>
                  </a:lnTo>
                  <a:close/>
                </a:path>
                <a:path w="511175" h="521969">
                  <a:moveTo>
                    <a:pt x="145140" y="7034"/>
                  </a:moveTo>
                  <a:lnTo>
                    <a:pt x="135273" y="10235"/>
                  </a:lnTo>
                  <a:lnTo>
                    <a:pt x="120666" y="16016"/>
                  </a:lnTo>
                  <a:lnTo>
                    <a:pt x="106728" y="22156"/>
                  </a:lnTo>
                  <a:lnTo>
                    <a:pt x="98869" y="26437"/>
                  </a:lnTo>
                  <a:lnTo>
                    <a:pt x="112355" y="61278"/>
                  </a:lnTo>
                  <a:lnTo>
                    <a:pt x="102848" y="66495"/>
                  </a:lnTo>
                  <a:lnTo>
                    <a:pt x="93104" y="74052"/>
                  </a:lnTo>
                  <a:lnTo>
                    <a:pt x="84143" y="82166"/>
                  </a:lnTo>
                  <a:lnTo>
                    <a:pt x="76986" y="89056"/>
                  </a:lnTo>
                  <a:lnTo>
                    <a:pt x="130276" y="89056"/>
                  </a:lnTo>
                  <a:lnTo>
                    <a:pt x="139127" y="83769"/>
                  </a:lnTo>
                  <a:lnTo>
                    <a:pt x="157344" y="72501"/>
                  </a:lnTo>
                  <a:lnTo>
                    <a:pt x="183279" y="61635"/>
                  </a:lnTo>
                  <a:lnTo>
                    <a:pt x="220910" y="54197"/>
                  </a:lnTo>
                  <a:lnTo>
                    <a:pt x="261826" y="53138"/>
                  </a:lnTo>
                  <a:lnTo>
                    <a:pt x="307229" y="53138"/>
                  </a:lnTo>
                  <a:lnTo>
                    <a:pt x="286898" y="44020"/>
                  </a:lnTo>
                  <a:lnTo>
                    <a:pt x="285011" y="36335"/>
                  </a:lnTo>
                  <a:lnTo>
                    <a:pt x="172362" y="36335"/>
                  </a:lnTo>
                  <a:lnTo>
                    <a:pt x="162880" y="31469"/>
                  </a:lnTo>
                  <a:lnTo>
                    <a:pt x="154572" y="18268"/>
                  </a:lnTo>
                  <a:lnTo>
                    <a:pt x="145140" y="7034"/>
                  </a:lnTo>
                  <a:close/>
                </a:path>
                <a:path w="511175" h="521969">
                  <a:moveTo>
                    <a:pt x="307229" y="53138"/>
                  </a:moveTo>
                  <a:lnTo>
                    <a:pt x="261826" y="53138"/>
                  </a:lnTo>
                  <a:lnTo>
                    <a:pt x="291804" y="57740"/>
                  </a:lnTo>
                  <a:lnTo>
                    <a:pt x="315379" y="64545"/>
                  </a:lnTo>
                  <a:lnTo>
                    <a:pt x="337085" y="70091"/>
                  </a:lnTo>
                  <a:lnTo>
                    <a:pt x="334988" y="66208"/>
                  </a:lnTo>
                  <a:lnTo>
                    <a:pt x="333039" y="64712"/>
                  </a:lnTo>
                  <a:lnTo>
                    <a:pt x="307229" y="53138"/>
                  </a:lnTo>
                  <a:close/>
                </a:path>
                <a:path w="511175" h="521969">
                  <a:moveTo>
                    <a:pt x="334062" y="64493"/>
                  </a:moveTo>
                  <a:lnTo>
                    <a:pt x="334988" y="66208"/>
                  </a:lnTo>
                  <a:lnTo>
                    <a:pt x="339152" y="69404"/>
                  </a:lnTo>
                  <a:lnTo>
                    <a:pt x="334062" y="64493"/>
                  </a:lnTo>
                  <a:close/>
                </a:path>
                <a:path w="511175" h="521969">
                  <a:moveTo>
                    <a:pt x="223105" y="0"/>
                  </a:moveTo>
                  <a:lnTo>
                    <a:pt x="219469" y="33595"/>
                  </a:lnTo>
                  <a:lnTo>
                    <a:pt x="189174" y="35999"/>
                  </a:lnTo>
                  <a:lnTo>
                    <a:pt x="172362" y="36335"/>
                  </a:lnTo>
                  <a:lnTo>
                    <a:pt x="285011" y="36335"/>
                  </a:lnTo>
                  <a:lnTo>
                    <a:pt x="278527" y="9925"/>
                  </a:lnTo>
                  <a:lnTo>
                    <a:pt x="223105" y="0"/>
                  </a:lnTo>
                  <a:close/>
                </a:path>
              </a:pathLst>
            </a:custGeom>
            <a:solidFill>
              <a:srgbClr val="9694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4422" y="412423"/>
              <a:ext cx="406878" cy="38385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93649" y="959075"/>
            <a:ext cx="4732655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35" dirty="0">
                <a:solidFill>
                  <a:srgbClr val="151616"/>
                </a:solidFill>
                <a:latin typeface="Arial MT"/>
                <a:cs typeface="Arial MT"/>
              </a:rPr>
              <a:t>Nifty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Auto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TRI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Index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comprising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5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16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stocks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35" dirty="0">
                <a:solidFill>
                  <a:srgbClr val="151616"/>
                </a:solidFill>
                <a:latin typeface="Arial MT"/>
                <a:cs typeface="Arial MT"/>
              </a:rPr>
              <a:t>has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been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taken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50" dirty="0">
                <a:solidFill>
                  <a:srgbClr val="151616"/>
                </a:solidFill>
                <a:latin typeface="Arial MT"/>
                <a:cs typeface="Arial MT"/>
              </a:rPr>
              <a:t>as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45" dirty="0">
                <a:solidFill>
                  <a:srgbClr val="151616"/>
                </a:solidFill>
                <a:latin typeface="Arial MT"/>
                <a:cs typeface="Arial MT"/>
              </a:rPr>
              <a:t>a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representative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35" dirty="0">
                <a:solidFill>
                  <a:srgbClr val="151616"/>
                </a:solidFill>
                <a:latin typeface="Arial MT"/>
                <a:cs typeface="Arial MT"/>
              </a:rPr>
              <a:t>for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automotive </a:t>
            </a:r>
            <a:r>
              <a:rPr sz="850" spc="-2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theme. 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The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index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represents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auto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related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sectors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like Automobiles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4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wheelers,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Automobiles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2 </a:t>
            </a:r>
            <a:r>
              <a:rPr sz="850" spc="30" dirty="0">
                <a:solidFill>
                  <a:srgbClr val="151616"/>
                </a:solidFill>
                <a:latin typeface="Arial MT"/>
                <a:cs typeface="Arial MT"/>
              </a:rPr>
              <a:t>&amp;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3 </a:t>
            </a:r>
            <a:r>
              <a:rPr sz="850" spc="-2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wheelers,</a:t>
            </a:r>
            <a:r>
              <a:rPr sz="850" spc="-14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Auto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Ancillaries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30" dirty="0">
                <a:solidFill>
                  <a:srgbClr val="151616"/>
                </a:solidFill>
                <a:latin typeface="Arial MT"/>
                <a:cs typeface="Arial MT"/>
              </a:rPr>
              <a:t>Tyres.</a:t>
            </a:r>
            <a:endParaRPr sz="85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305"/>
              </a:spcBef>
            </a:pP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 value </a:t>
            </a:r>
            <a:r>
              <a:rPr sz="850" spc="25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b="1" spc="45" dirty="0">
                <a:solidFill>
                  <a:srgbClr val="151616"/>
                </a:solidFill>
                <a:latin typeface="Trebuchet MS"/>
                <a:cs typeface="Trebuchet MS"/>
              </a:rPr>
              <a:t>INR</a:t>
            </a:r>
            <a:r>
              <a:rPr sz="850" b="1" spc="-30" dirty="0">
                <a:solidFill>
                  <a:srgbClr val="151616"/>
                </a:solidFill>
                <a:latin typeface="Trebuchet MS"/>
                <a:cs typeface="Trebuchet MS"/>
              </a:rPr>
              <a:t> </a:t>
            </a:r>
            <a:r>
              <a:rPr sz="850" b="1" spc="-5" dirty="0">
                <a:solidFill>
                  <a:srgbClr val="151616"/>
                </a:solidFill>
                <a:latin typeface="Trebuchet MS"/>
                <a:cs typeface="Trebuchet MS"/>
              </a:rPr>
              <a:t>1000</a:t>
            </a:r>
            <a:r>
              <a:rPr sz="850" b="1" spc="-25" dirty="0">
                <a:solidFill>
                  <a:srgbClr val="151616"/>
                </a:solidFill>
                <a:latin typeface="Trebuchet MS"/>
                <a:cs typeface="Trebuchet MS"/>
              </a:rPr>
              <a:t> 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invested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35" dirty="0">
                <a:solidFill>
                  <a:srgbClr val="151616"/>
                </a:solidFill>
                <a:latin typeface="Arial MT"/>
                <a:cs typeface="Arial MT"/>
              </a:rPr>
              <a:t>Nifty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20" dirty="0">
                <a:solidFill>
                  <a:srgbClr val="151616"/>
                </a:solidFill>
                <a:latin typeface="Arial MT"/>
                <a:cs typeface="Arial MT"/>
              </a:rPr>
              <a:t>Auto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TRI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since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inception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would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rgbClr val="151616"/>
                </a:solidFill>
                <a:latin typeface="Arial MT"/>
                <a:cs typeface="Arial MT"/>
              </a:rPr>
              <a:t>have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grown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40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85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b="1" spc="45" dirty="0">
                <a:solidFill>
                  <a:srgbClr val="151616"/>
                </a:solidFill>
                <a:latin typeface="Trebuchet MS"/>
                <a:cs typeface="Trebuchet MS"/>
              </a:rPr>
              <a:t>INR</a:t>
            </a:r>
            <a:r>
              <a:rPr sz="850" b="1" spc="-30" dirty="0">
                <a:solidFill>
                  <a:srgbClr val="151616"/>
                </a:solidFill>
                <a:latin typeface="Trebuchet MS"/>
                <a:cs typeface="Trebuchet MS"/>
              </a:rPr>
              <a:t> </a:t>
            </a:r>
            <a:r>
              <a:rPr sz="850" b="1" spc="-25" dirty="0">
                <a:solidFill>
                  <a:srgbClr val="151616"/>
                </a:solidFill>
                <a:latin typeface="Trebuchet MS"/>
                <a:cs typeface="Trebuchet MS"/>
              </a:rPr>
              <a:t>29,303</a:t>
            </a:r>
            <a:endParaRPr sz="8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representing</a:t>
            </a:r>
            <a:r>
              <a:rPr sz="850" spc="-14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45" dirty="0">
                <a:solidFill>
                  <a:srgbClr val="151616"/>
                </a:solidFill>
                <a:latin typeface="Arial MT"/>
                <a:cs typeface="Arial MT"/>
              </a:rPr>
              <a:t>a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b="1" spc="40" dirty="0">
                <a:solidFill>
                  <a:srgbClr val="151616"/>
                </a:solidFill>
                <a:latin typeface="Trebuchet MS"/>
                <a:cs typeface="Trebuchet MS"/>
              </a:rPr>
              <a:t>CAGR</a:t>
            </a:r>
            <a:r>
              <a:rPr sz="850" b="1" spc="-155" dirty="0">
                <a:solidFill>
                  <a:srgbClr val="151616"/>
                </a:solidFill>
                <a:latin typeface="Trebuchet MS"/>
                <a:cs typeface="Trebuchet MS"/>
              </a:rPr>
              <a:t> </a:t>
            </a:r>
            <a:r>
              <a:rPr sz="850" b="1" spc="-10" dirty="0">
                <a:solidFill>
                  <a:srgbClr val="151616"/>
                </a:solidFill>
                <a:latin typeface="Trebuchet MS"/>
                <a:cs typeface="Trebuchet MS"/>
              </a:rPr>
              <a:t>of</a:t>
            </a:r>
            <a:r>
              <a:rPr sz="850" b="1" spc="-155" dirty="0">
                <a:solidFill>
                  <a:srgbClr val="151616"/>
                </a:solidFill>
                <a:latin typeface="Trebuchet MS"/>
                <a:cs typeface="Trebuchet MS"/>
              </a:rPr>
              <a:t> </a:t>
            </a:r>
            <a:r>
              <a:rPr sz="850" b="1" spc="-20" dirty="0">
                <a:solidFill>
                  <a:srgbClr val="151616"/>
                </a:solidFill>
                <a:latin typeface="Trebuchet MS"/>
                <a:cs typeface="Trebuchet MS"/>
              </a:rPr>
              <a:t>18.1%</a:t>
            </a:r>
            <a:r>
              <a:rPr sz="850" spc="-20" dirty="0">
                <a:solidFill>
                  <a:srgbClr val="151616"/>
                </a:solidFill>
                <a:latin typeface="Arial MT"/>
                <a:cs typeface="Arial MT"/>
              </a:rPr>
              <a:t>.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15" dirty="0">
                <a:solidFill>
                  <a:srgbClr val="151616"/>
                </a:solidFill>
                <a:latin typeface="Arial MT"/>
                <a:cs typeface="Arial MT"/>
              </a:rPr>
              <a:t>This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5" dirty="0">
                <a:solidFill>
                  <a:srgbClr val="151616"/>
                </a:solidFill>
                <a:latin typeface="Arial MT"/>
                <a:cs typeface="Arial MT"/>
              </a:rPr>
              <a:t>investment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would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rgbClr val="151616"/>
                </a:solidFill>
                <a:latin typeface="Arial MT"/>
                <a:cs typeface="Arial MT"/>
              </a:rPr>
              <a:t>have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spc="15" dirty="0">
                <a:solidFill>
                  <a:srgbClr val="151616"/>
                </a:solidFill>
                <a:latin typeface="Arial MT"/>
                <a:cs typeface="Arial MT"/>
              </a:rPr>
              <a:t>multiplied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b="1" spc="-5" dirty="0">
                <a:solidFill>
                  <a:srgbClr val="151616"/>
                </a:solidFill>
                <a:latin typeface="Trebuchet MS"/>
                <a:cs typeface="Trebuchet MS"/>
              </a:rPr>
              <a:t>29</a:t>
            </a:r>
            <a:r>
              <a:rPr sz="850" b="1" spc="-155" dirty="0">
                <a:solidFill>
                  <a:srgbClr val="151616"/>
                </a:solidFill>
                <a:latin typeface="Trebuchet MS"/>
                <a:cs typeface="Trebuchet MS"/>
              </a:rPr>
              <a:t> </a:t>
            </a:r>
            <a:r>
              <a:rPr sz="850" b="1" spc="-15" dirty="0">
                <a:solidFill>
                  <a:srgbClr val="151616"/>
                </a:solidFill>
                <a:latin typeface="Trebuchet MS"/>
                <a:cs typeface="Trebuchet MS"/>
              </a:rPr>
              <a:t>times</a:t>
            </a:r>
            <a:r>
              <a:rPr sz="850" b="1" spc="-155" dirty="0">
                <a:solidFill>
                  <a:srgbClr val="151616"/>
                </a:solidFill>
                <a:latin typeface="Trebuchet MS"/>
                <a:cs typeface="Trebuchet MS"/>
              </a:rPr>
              <a:t> </a:t>
            </a:r>
            <a:r>
              <a:rPr sz="85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151616"/>
                </a:solidFill>
                <a:latin typeface="Arial MT"/>
                <a:cs typeface="Arial MT"/>
              </a:rPr>
              <a:t>over</a:t>
            </a:r>
            <a:r>
              <a:rPr sz="85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50" b="1" spc="-5" dirty="0">
                <a:solidFill>
                  <a:srgbClr val="151616"/>
                </a:solidFill>
                <a:latin typeface="Trebuchet MS"/>
                <a:cs typeface="Trebuchet MS"/>
              </a:rPr>
              <a:t>20</a:t>
            </a:r>
            <a:r>
              <a:rPr sz="850" b="1" spc="-155" dirty="0">
                <a:solidFill>
                  <a:srgbClr val="151616"/>
                </a:solidFill>
                <a:latin typeface="Trebuchet MS"/>
                <a:cs typeface="Trebuchet MS"/>
              </a:rPr>
              <a:t> </a:t>
            </a:r>
            <a:r>
              <a:rPr sz="850" b="1" spc="-5" dirty="0">
                <a:solidFill>
                  <a:srgbClr val="151616"/>
                </a:solidFill>
                <a:latin typeface="Trebuchet MS"/>
                <a:cs typeface="Trebuchet MS"/>
              </a:rPr>
              <a:t>years</a:t>
            </a:r>
            <a:r>
              <a:rPr sz="850" spc="-5" dirty="0">
                <a:solidFill>
                  <a:srgbClr val="151616"/>
                </a:solidFill>
                <a:latin typeface="Arial MT"/>
                <a:cs typeface="Arial MT"/>
              </a:rPr>
              <a:t>!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5330" y="3603188"/>
            <a:ext cx="4713605" cy="521970"/>
            <a:chOff x="305330" y="3603188"/>
            <a:chExt cx="4713605" cy="521970"/>
          </a:xfrm>
        </p:grpSpPr>
        <p:sp>
          <p:nvSpPr>
            <p:cNvPr id="11" name="object 11"/>
            <p:cNvSpPr/>
            <p:nvPr/>
          </p:nvSpPr>
          <p:spPr>
            <a:xfrm>
              <a:off x="654994" y="3761293"/>
              <a:ext cx="4364355" cy="245745"/>
            </a:xfrm>
            <a:custGeom>
              <a:avLst/>
              <a:gdLst/>
              <a:ahLst/>
              <a:cxnLst/>
              <a:rect l="l" t="t" r="r" b="b"/>
              <a:pathLst>
                <a:path w="4364355" h="245745">
                  <a:moveTo>
                    <a:pt x="4292013" y="0"/>
                  </a:moveTo>
                  <a:lnTo>
                    <a:pt x="0" y="0"/>
                  </a:lnTo>
                  <a:lnTo>
                    <a:pt x="0" y="245390"/>
                  </a:lnTo>
                  <a:lnTo>
                    <a:pt x="4292013" y="245390"/>
                  </a:lnTo>
                  <a:lnTo>
                    <a:pt x="4319934" y="239470"/>
                  </a:lnTo>
                  <a:lnTo>
                    <a:pt x="4342799" y="223351"/>
                  </a:lnTo>
                  <a:lnTo>
                    <a:pt x="4358249" y="199495"/>
                  </a:lnTo>
                  <a:lnTo>
                    <a:pt x="4363923" y="170366"/>
                  </a:lnTo>
                  <a:lnTo>
                    <a:pt x="4363923" y="75023"/>
                  </a:lnTo>
                  <a:lnTo>
                    <a:pt x="4358249" y="45895"/>
                  </a:lnTo>
                  <a:lnTo>
                    <a:pt x="4342799" y="22039"/>
                  </a:lnTo>
                  <a:lnTo>
                    <a:pt x="4319934" y="5920"/>
                  </a:lnTo>
                  <a:lnTo>
                    <a:pt x="4292013" y="0"/>
                  </a:lnTo>
                  <a:close/>
                </a:path>
              </a:pathLst>
            </a:custGeom>
            <a:solidFill>
              <a:srgbClr val="F47F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2602" y="3761293"/>
              <a:ext cx="4286885" cy="245745"/>
            </a:xfrm>
            <a:custGeom>
              <a:avLst/>
              <a:gdLst/>
              <a:ahLst/>
              <a:cxnLst/>
              <a:rect l="l" t="t" r="r" b="b"/>
              <a:pathLst>
                <a:path w="4286885" h="245745">
                  <a:moveTo>
                    <a:pt x="4167028" y="0"/>
                  </a:moveTo>
                  <a:lnTo>
                    <a:pt x="0" y="0"/>
                  </a:lnTo>
                  <a:lnTo>
                    <a:pt x="0" y="245390"/>
                  </a:lnTo>
                  <a:lnTo>
                    <a:pt x="4167028" y="245390"/>
                  </a:lnTo>
                  <a:lnTo>
                    <a:pt x="4213406" y="235709"/>
                  </a:lnTo>
                  <a:lnTo>
                    <a:pt x="4251388" y="209348"/>
                  </a:lnTo>
                  <a:lnTo>
                    <a:pt x="4277051" y="170335"/>
                  </a:lnTo>
                  <a:lnTo>
                    <a:pt x="4286477" y="122695"/>
                  </a:lnTo>
                  <a:lnTo>
                    <a:pt x="4277052" y="75055"/>
                  </a:lnTo>
                  <a:lnTo>
                    <a:pt x="4251390" y="36041"/>
                  </a:lnTo>
                  <a:lnTo>
                    <a:pt x="4213409" y="9681"/>
                  </a:lnTo>
                  <a:lnTo>
                    <a:pt x="4167028" y="0"/>
                  </a:lnTo>
                  <a:close/>
                </a:path>
              </a:pathLst>
            </a:custGeom>
            <a:solidFill>
              <a:srgbClr val="008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5330" y="3603188"/>
              <a:ext cx="511175" cy="521970"/>
            </a:xfrm>
            <a:custGeom>
              <a:avLst/>
              <a:gdLst/>
              <a:ahLst/>
              <a:cxnLst/>
              <a:rect l="l" t="t" r="r" b="b"/>
              <a:pathLst>
                <a:path w="511175" h="521970">
                  <a:moveTo>
                    <a:pt x="289072" y="455443"/>
                  </a:moveTo>
                  <a:lnTo>
                    <a:pt x="190835" y="455443"/>
                  </a:lnTo>
                  <a:lnTo>
                    <a:pt x="203853" y="460742"/>
                  </a:lnTo>
                  <a:lnTo>
                    <a:pt x="215988" y="466425"/>
                  </a:lnTo>
                  <a:lnTo>
                    <a:pt x="228589" y="471905"/>
                  </a:lnTo>
                  <a:lnTo>
                    <a:pt x="243008" y="476604"/>
                  </a:lnTo>
                  <a:lnTo>
                    <a:pt x="250235" y="512550"/>
                  </a:lnTo>
                  <a:lnTo>
                    <a:pt x="305690" y="521564"/>
                  </a:lnTo>
                  <a:lnTo>
                    <a:pt x="306629" y="515682"/>
                  </a:lnTo>
                  <a:lnTo>
                    <a:pt x="307411" y="510476"/>
                  </a:lnTo>
                  <a:lnTo>
                    <a:pt x="308753" y="496858"/>
                  </a:lnTo>
                  <a:lnTo>
                    <a:pt x="307756" y="496858"/>
                  </a:lnTo>
                  <a:lnTo>
                    <a:pt x="309045" y="493899"/>
                  </a:lnTo>
                  <a:lnTo>
                    <a:pt x="309196" y="493899"/>
                  </a:lnTo>
                  <a:lnTo>
                    <a:pt x="311072" y="490043"/>
                  </a:lnTo>
                  <a:lnTo>
                    <a:pt x="360536" y="485287"/>
                  </a:lnTo>
                  <a:lnTo>
                    <a:pt x="426161" y="485287"/>
                  </a:lnTo>
                  <a:lnTo>
                    <a:pt x="424097" y="480483"/>
                  </a:lnTo>
                  <a:lnTo>
                    <a:pt x="420918" y="472307"/>
                  </a:lnTo>
                  <a:lnTo>
                    <a:pt x="418862" y="462507"/>
                  </a:lnTo>
                  <a:lnTo>
                    <a:pt x="425393" y="456811"/>
                  </a:lnTo>
                  <a:lnTo>
                    <a:pt x="296741" y="456811"/>
                  </a:lnTo>
                  <a:lnTo>
                    <a:pt x="289072" y="455443"/>
                  </a:lnTo>
                  <a:close/>
                </a:path>
                <a:path w="511175" h="521970">
                  <a:moveTo>
                    <a:pt x="426161" y="485287"/>
                  </a:moveTo>
                  <a:lnTo>
                    <a:pt x="360536" y="485287"/>
                  </a:lnTo>
                  <a:lnTo>
                    <a:pt x="366811" y="492237"/>
                  </a:lnTo>
                  <a:lnTo>
                    <a:pt x="372768" y="499950"/>
                  </a:lnTo>
                  <a:lnTo>
                    <a:pt x="378301" y="507930"/>
                  </a:lnTo>
                  <a:lnTo>
                    <a:pt x="383302" y="515682"/>
                  </a:lnTo>
                  <a:lnTo>
                    <a:pt x="430531" y="498143"/>
                  </a:lnTo>
                  <a:lnTo>
                    <a:pt x="427576" y="488579"/>
                  </a:lnTo>
                  <a:lnTo>
                    <a:pt x="426161" y="485287"/>
                  </a:lnTo>
                  <a:close/>
                </a:path>
                <a:path w="511175" h="521970">
                  <a:moveTo>
                    <a:pt x="309007" y="494287"/>
                  </a:moveTo>
                  <a:lnTo>
                    <a:pt x="307756" y="496858"/>
                  </a:lnTo>
                  <a:lnTo>
                    <a:pt x="308753" y="496858"/>
                  </a:lnTo>
                  <a:lnTo>
                    <a:pt x="309007" y="494287"/>
                  </a:lnTo>
                  <a:close/>
                </a:path>
                <a:path w="511175" h="521970">
                  <a:moveTo>
                    <a:pt x="309196" y="493899"/>
                  </a:moveTo>
                  <a:lnTo>
                    <a:pt x="309045" y="493899"/>
                  </a:lnTo>
                  <a:lnTo>
                    <a:pt x="309007" y="494287"/>
                  </a:lnTo>
                  <a:lnTo>
                    <a:pt x="309196" y="493899"/>
                  </a:lnTo>
                  <a:close/>
                </a:path>
                <a:path w="511175" h="521970">
                  <a:moveTo>
                    <a:pt x="127972" y="368899"/>
                  </a:moveTo>
                  <a:lnTo>
                    <a:pt x="93433" y="368899"/>
                  </a:lnTo>
                  <a:lnTo>
                    <a:pt x="97745" y="375430"/>
                  </a:lnTo>
                  <a:lnTo>
                    <a:pt x="104076" y="383591"/>
                  </a:lnTo>
                  <a:lnTo>
                    <a:pt x="110786" y="391163"/>
                  </a:lnTo>
                  <a:lnTo>
                    <a:pt x="116236" y="395925"/>
                  </a:lnTo>
                  <a:lnTo>
                    <a:pt x="130823" y="411016"/>
                  </a:lnTo>
                  <a:lnTo>
                    <a:pt x="120887" y="441025"/>
                  </a:lnTo>
                  <a:lnTo>
                    <a:pt x="128726" y="448056"/>
                  </a:lnTo>
                  <a:lnTo>
                    <a:pt x="143288" y="459189"/>
                  </a:lnTo>
                  <a:lnTo>
                    <a:pt x="158767" y="470134"/>
                  </a:lnTo>
                  <a:lnTo>
                    <a:pt x="169364" y="476596"/>
                  </a:lnTo>
                  <a:lnTo>
                    <a:pt x="175785" y="471583"/>
                  </a:lnTo>
                  <a:lnTo>
                    <a:pt x="180305" y="466178"/>
                  </a:lnTo>
                  <a:lnTo>
                    <a:pt x="184721" y="460696"/>
                  </a:lnTo>
                  <a:lnTo>
                    <a:pt x="190835" y="455443"/>
                  </a:lnTo>
                  <a:lnTo>
                    <a:pt x="289072" y="455443"/>
                  </a:lnTo>
                  <a:lnTo>
                    <a:pt x="248617" y="448227"/>
                  </a:lnTo>
                  <a:lnTo>
                    <a:pt x="204087" y="429962"/>
                  </a:lnTo>
                  <a:lnTo>
                    <a:pt x="171348" y="409007"/>
                  </a:lnTo>
                  <a:lnTo>
                    <a:pt x="154494" y="395185"/>
                  </a:lnTo>
                  <a:lnTo>
                    <a:pt x="149324" y="390201"/>
                  </a:lnTo>
                  <a:lnTo>
                    <a:pt x="148853" y="389775"/>
                  </a:lnTo>
                  <a:lnTo>
                    <a:pt x="143977" y="389775"/>
                  </a:lnTo>
                  <a:lnTo>
                    <a:pt x="142308" y="384754"/>
                  </a:lnTo>
                  <a:lnTo>
                    <a:pt x="141425" y="384754"/>
                  </a:lnTo>
                  <a:lnTo>
                    <a:pt x="140882" y="384408"/>
                  </a:lnTo>
                  <a:lnTo>
                    <a:pt x="135743" y="377649"/>
                  </a:lnTo>
                  <a:lnTo>
                    <a:pt x="129657" y="370750"/>
                  </a:lnTo>
                  <a:lnTo>
                    <a:pt x="127972" y="368899"/>
                  </a:lnTo>
                  <a:close/>
                </a:path>
                <a:path w="511175" h="521970">
                  <a:moveTo>
                    <a:pt x="472747" y="405155"/>
                  </a:moveTo>
                  <a:lnTo>
                    <a:pt x="455131" y="405172"/>
                  </a:lnTo>
                  <a:lnTo>
                    <a:pt x="446233" y="408625"/>
                  </a:lnTo>
                  <a:lnTo>
                    <a:pt x="434353" y="418208"/>
                  </a:lnTo>
                  <a:lnTo>
                    <a:pt x="392441" y="442427"/>
                  </a:lnTo>
                  <a:lnTo>
                    <a:pt x="345626" y="455086"/>
                  </a:lnTo>
                  <a:lnTo>
                    <a:pt x="296741" y="456811"/>
                  </a:lnTo>
                  <a:lnTo>
                    <a:pt x="425393" y="456811"/>
                  </a:lnTo>
                  <a:lnTo>
                    <a:pt x="452904" y="432817"/>
                  </a:lnTo>
                  <a:lnTo>
                    <a:pt x="497322" y="432817"/>
                  </a:lnTo>
                  <a:lnTo>
                    <a:pt x="500362" y="427875"/>
                  </a:lnTo>
                  <a:lnTo>
                    <a:pt x="507140" y="415827"/>
                  </a:lnTo>
                  <a:lnTo>
                    <a:pt x="510782" y="405879"/>
                  </a:lnTo>
                  <a:lnTo>
                    <a:pt x="472747" y="405155"/>
                  </a:lnTo>
                  <a:close/>
                </a:path>
                <a:path w="511175" h="521970">
                  <a:moveTo>
                    <a:pt x="497322" y="432817"/>
                  </a:moveTo>
                  <a:lnTo>
                    <a:pt x="452904" y="432817"/>
                  </a:lnTo>
                  <a:lnTo>
                    <a:pt x="461472" y="436555"/>
                  </a:lnTo>
                  <a:lnTo>
                    <a:pt x="478466" y="445621"/>
                  </a:lnTo>
                  <a:lnTo>
                    <a:pt x="487573" y="449596"/>
                  </a:lnTo>
                  <a:lnTo>
                    <a:pt x="492992" y="439854"/>
                  </a:lnTo>
                  <a:lnTo>
                    <a:pt x="497322" y="432817"/>
                  </a:lnTo>
                  <a:close/>
                </a:path>
                <a:path w="511175" h="521970">
                  <a:moveTo>
                    <a:pt x="144039" y="385419"/>
                  </a:moveTo>
                  <a:lnTo>
                    <a:pt x="143977" y="389775"/>
                  </a:lnTo>
                  <a:lnTo>
                    <a:pt x="148853" y="389775"/>
                  </a:lnTo>
                  <a:lnTo>
                    <a:pt x="144039" y="385419"/>
                  </a:lnTo>
                  <a:close/>
                </a:path>
                <a:path w="511175" h="521970">
                  <a:moveTo>
                    <a:pt x="142253" y="384591"/>
                  </a:moveTo>
                  <a:lnTo>
                    <a:pt x="141425" y="384754"/>
                  </a:lnTo>
                  <a:lnTo>
                    <a:pt x="142308" y="384754"/>
                  </a:lnTo>
                  <a:lnTo>
                    <a:pt x="142253" y="384591"/>
                  </a:lnTo>
                  <a:close/>
                </a:path>
                <a:path w="511175" h="521970">
                  <a:moveTo>
                    <a:pt x="17074" y="112756"/>
                  </a:moveTo>
                  <a:lnTo>
                    <a:pt x="20143" y="115627"/>
                  </a:lnTo>
                  <a:lnTo>
                    <a:pt x="30020" y="125647"/>
                  </a:lnTo>
                  <a:lnTo>
                    <a:pt x="30408" y="126151"/>
                  </a:lnTo>
                  <a:lnTo>
                    <a:pt x="36399" y="132344"/>
                  </a:lnTo>
                  <a:lnTo>
                    <a:pt x="38426" y="132756"/>
                  </a:lnTo>
                  <a:lnTo>
                    <a:pt x="44772" y="140289"/>
                  </a:lnTo>
                  <a:lnTo>
                    <a:pt x="42988" y="151114"/>
                  </a:lnTo>
                  <a:lnTo>
                    <a:pt x="39920" y="162703"/>
                  </a:lnTo>
                  <a:lnTo>
                    <a:pt x="36842" y="175103"/>
                  </a:lnTo>
                  <a:lnTo>
                    <a:pt x="35034" y="188362"/>
                  </a:lnTo>
                  <a:lnTo>
                    <a:pt x="0" y="188374"/>
                  </a:lnTo>
                  <a:lnTo>
                    <a:pt x="2245" y="241578"/>
                  </a:lnTo>
                  <a:lnTo>
                    <a:pt x="38832" y="253566"/>
                  </a:lnTo>
                  <a:lnTo>
                    <a:pt x="41546" y="267442"/>
                  </a:lnTo>
                  <a:lnTo>
                    <a:pt x="45408" y="279950"/>
                  </a:lnTo>
                  <a:lnTo>
                    <a:pt x="49844" y="292297"/>
                  </a:lnTo>
                  <a:lnTo>
                    <a:pt x="54277" y="305694"/>
                  </a:lnTo>
                  <a:lnTo>
                    <a:pt x="28950" y="321862"/>
                  </a:lnTo>
                  <a:lnTo>
                    <a:pt x="34381" y="333625"/>
                  </a:lnTo>
                  <a:lnTo>
                    <a:pt x="42426" y="347497"/>
                  </a:lnTo>
                  <a:lnTo>
                    <a:pt x="50948" y="361772"/>
                  </a:lnTo>
                  <a:lnTo>
                    <a:pt x="57807" y="374742"/>
                  </a:lnTo>
                  <a:lnTo>
                    <a:pt x="93433" y="368899"/>
                  </a:lnTo>
                  <a:lnTo>
                    <a:pt x="127972" y="368899"/>
                  </a:lnTo>
                  <a:lnTo>
                    <a:pt x="123151" y="363602"/>
                  </a:lnTo>
                  <a:lnTo>
                    <a:pt x="116751" y="356094"/>
                  </a:lnTo>
                  <a:lnTo>
                    <a:pt x="92380" y="319286"/>
                  </a:lnTo>
                  <a:lnTo>
                    <a:pt x="75251" y="278896"/>
                  </a:lnTo>
                  <a:lnTo>
                    <a:pt x="66623" y="236445"/>
                  </a:lnTo>
                  <a:lnTo>
                    <a:pt x="67756" y="193455"/>
                  </a:lnTo>
                  <a:lnTo>
                    <a:pt x="79908" y="151450"/>
                  </a:lnTo>
                  <a:lnTo>
                    <a:pt x="103764" y="112879"/>
                  </a:lnTo>
                  <a:lnTo>
                    <a:pt x="17863" y="112879"/>
                  </a:lnTo>
                  <a:lnTo>
                    <a:pt x="17074" y="112756"/>
                  </a:lnTo>
                  <a:close/>
                </a:path>
                <a:path w="511175" h="521970">
                  <a:moveTo>
                    <a:pt x="42616" y="73061"/>
                  </a:moveTo>
                  <a:lnTo>
                    <a:pt x="36787" y="81073"/>
                  </a:lnTo>
                  <a:lnTo>
                    <a:pt x="29572" y="92415"/>
                  </a:lnTo>
                  <a:lnTo>
                    <a:pt x="23274" y="103708"/>
                  </a:lnTo>
                  <a:lnTo>
                    <a:pt x="19867" y="112165"/>
                  </a:lnTo>
                  <a:lnTo>
                    <a:pt x="17863" y="112879"/>
                  </a:lnTo>
                  <a:lnTo>
                    <a:pt x="103764" y="112879"/>
                  </a:lnTo>
                  <a:lnTo>
                    <a:pt x="104338" y="111953"/>
                  </a:lnTo>
                  <a:lnTo>
                    <a:pt x="104575" y="111664"/>
                  </a:lnTo>
                  <a:lnTo>
                    <a:pt x="104179" y="111664"/>
                  </a:lnTo>
                  <a:lnTo>
                    <a:pt x="107426" y="108436"/>
                  </a:lnTo>
                  <a:lnTo>
                    <a:pt x="124653" y="92415"/>
                  </a:lnTo>
                  <a:lnTo>
                    <a:pt x="130275" y="89057"/>
                  </a:lnTo>
                  <a:lnTo>
                    <a:pt x="76986" y="89057"/>
                  </a:lnTo>
                  <a:lnTo>
                    <a:pt x="68053" y="85905"/>
                  </a:lnTo>
                  <a:lnTo>
                    <a:pt x="59791" y="81487"/>
                  </a:lnTo>
                  <a:lnTo>
                    <a:pt x="51534" y="76855"/>
                  </a:lnTo>
                  <a:lnTo>
                    <a:pt x="42616" y="73061"/>
                  </a:lnTo>
                  <a:close/>
                </a:path>
                <a:path w="511175" h="521970">
                  <a:moveTo>
                    <a:pt x="106156" y="109743"/>
                  </a:moveTo>
                  <a:lnTo>
                    <a:pt x="104179" y="111664"/>
                  </a:lnTo>
                  <a:lnTo>
                    <a:pt x="104575" y="111664"/>
                  </a:lnTo>
                  <a:lnTo>
                    <a:pt x="106156" y="109743"/>
                  </a:lnTo>
                  <a:close/>
                </a:path>
                <a:path w="511175" h="521970">
                  <a:moveTo>
                    <a:pt x="145140" y="7034"/>
                  </a:moveTo>
                  <a:lnTo>
                    <a:pt x="135273" y="10235"/>
                  </a:lnTo>
                  <a:lnTo>
                    <a:pt x="120666" y="16017"/>
                  </a:lnTo>
                  <a:lnTo>
                    <a:pt x="106728" y="22158"/>
                  </a:lnTo>
                  <a:lnTo>
                    <a:pt x="98869" y="26438"/>
                  </a:lnTo>
                  <a:lnTo>
                    <a:pt x="112355" y="61280"/>
                  </a:lnTo>
                  <a:lnTo>
                    <a:pt x="102848" y="66496"/>
                  </a:lnTo>
                  <a:lnTo>
                    <a:pt x="93104" y="74053"/>
                  </a:lnTo>
                  <a:lnTo>
                    <a:pt x="84143" y="82167"/>
                  </a:lnTo>
                  <a:lnTo>
                    <a:pt x="76986" y="89057"/>
                  </a:lnTo>
                  <a:lnTo>
                    <a:pt x="130275" y="89057"/>
                  </a:lnTo>
                  <a:lnTo>
                    <a:pt x="139127" y="83770"/>
                  </a:lnTo>
                  <a:lnTo>
                    <a:pt x="157344" y="72502"/>
                  </a:lnTo>
                  <a:lnTo>
                    <a:pt x="183279" y="61637"/>
                  </a:lnTo>
                  <a:lnTo>
                    <a:pt x="220910" y="54198"/>
                  </a:lnTo>
                  <a:lnTo>
                    <a:pt x="261826" y="53139"/>
                  </a:lnTo>
                  <a:lnTo>
                    <a:pt x="307230" y="53139"/>
                  </a:lnTo>
                  <a:lnTo>
                    <a:pt x="286898" y="44020"/>
                  </a:lnTo>
                  <a:lnTo>
                    <a:pt x="285011" y="36336"/>
                  </a:lnTo>
                  <a:lnTo>
                    <a:pt x="172362" y="36336"/>
                  </a:lnTo>
                  <a:lnTo>
                    <a:pt x="162880" y="31470"/>
                  </a:lnTo>
                  <a:lnTo>
                    <a:pt x="154572" y="18270"/>
                  </a:lnTo>
                  <a:lnTo>
                    <a:pt x="145140" y="7034"/>
                  </a:lnTo>
                  <a:close/>
                </a:path>
                <a:path w="511175" h="521970">
                  <a:moveTo>
                    <a:pt x="307230" y="53139"/>
                  </a:moveTo>
                  <a:lnTo>
                    <a:pt x="261826" y="53139"/>
                  </a:lnTo>
                  <a:lnTo>
                    <a:pt x="291804" y="57741"/>
                  </a:lnTo>
                  <a:lnTo>
                    <a:pt x="315379" y="64546"/>
                  </a:lnTo>
                  <a:lnTo>
                    <a:pt x="337085" y="70092"/>
                  </a:lnTo>
                  <a:lnTo>
                    <a:pt x="334988" y="66209"/>
                  </a:lnTo>
                  <a:lnTo>
                    <a:pt x="333039" y="64714"/>
                  </a:lnTo>
                  <a:lnTo>
                    <a:pt x="307230" y="53139"/>
                  </a:lnTo>
                  <a:close/>
                </a:path>
                <a:path w="511175" h="521970">
                  <a:moveTo>
                    <a:pt x="334062" y="64494"/>
                  </a:moveTo>
                  <a:lnTo>
                    <a:pt x="334988" y="66209"/>
                  </a:lnTo>
                  <a:lnTo>
                    <a:pt x="339152" y="69404"/>
                  </a:lnTo>
                  <a:lnTo>
                    <a:pt x="334062" y="64494"/>
                  </a:lnTo>
                  <a:close/>
                </a:path>
                <a:path w="511175" h="521970">
                  <a:moveTo>
                    <a:pt x="223105" y="0"/>
                  </a:moveTo>
                  <a:lnTo>
                    <a:pt x="219469" y="33595"/>
                  </a:lnTo>
                  <a:lnTo>
                    <a:pt x="189174" y="36000"/>
                  </a:lnTo>
                  <a:lnTo>
                    <a:pt x="172362" y="36336"/>
                  </a:lnTo>
                  <a:lnTo>
                    <a:pt x="285011" y="36336"/>
                  </a:lnTo>
                  <a:lnTo>
                    <a:pt x="278527" y="9925"/>
                  </a:lnTo>
                  <a:lnTo>
                    <a:pt x="223105" y="0"/>
                  </a:lnTo>
                  <a:close/>
                </a:path>
              </a:pathLst>
            </a:custGeom>
            <a:solidFill>
              <a:srgbClr val="9694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4422" y="3664885"/>
              <a:ext cx="406878" cy="38385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860797" y="3783248"/>
            <a:ext cx="30092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sz="1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FFFFFF"/>
                </a:solidFill>
                <a:latin typeface="Arial"/>
                <a:cs typeface="Arial"/>
              </a:rPr>
              <a:t>SBI</a:t>
            </a:r>
            <a:r>
              <a:rPr sz="1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FFFFFF"/>
                </a:solidFill>
                <a:latin typeface="Arial"/>
                <a:cs typeface="Arial"/>
              </a:rPr>
              <a:t>AUTOMOTIVE</a:t>
            </a:r>
            <a:r>
              <a:rPr sz="1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OPPORTUNITIES</a:t>
            </a:r>
            <a:r>
              <a:rPr sz="1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15" dirty="0">
                <a:solidFill>
                  <a:srgbClr val="FFFFFF"/>
                </a:solidFill>
                <a:latin typeface="Arial"/>
                <a:cs typeface="Arial"/>
              </a:rPr>
              <a:t>FUND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6453" y="4197570"/>
            <a:ext cx="4747260" cy="786130"/>
            <a:chOff x="306453" y="4197570"/>
            <a:chExt cx="4747260" cy="786130"/>
          </a:xfrm>
        </p:grpSpPr>
        <p:sp>
          <p:nvSpPr>
            <p:cNvPr id="17" name="object 17"/>
            <p:cNvSpPr/>
            <p:nvPr/>
          </p:nvSpPr>
          <p:spPr>
            <a:xfrm>
              <a:off x="306453" y="4606652"/>
              <a:ext cx="4711700" cy="377190"/>
            </a:xfrm>
            <a:custGeom>
              <a:avLst/>
              <a:gdLst/>
              <a:ahLst/>
              <a:cxnLst/>
              <a:rect l="l" t="t" r="r" b="b"/>
              <a:pathLst>
                <a:path w="4711700" h="377189">
                  <a:moveTo>
                    <a:pt x="4684135" y="0"/>
                  </a:moveTo>
                  <a:lnTo>
                    <a:pt x="27204" y="0"/>
                  </a:lnTo>
                  <a:lnTo>
                    <a:pt x="16640" y="2146"/>
                  </a:lnTo>
                  <a:lnTo>
                    <a:pt x="7990" y="7990"/>
                  </a:lnTo>
                  <a:lnTo>
                    <a:pt x="2146" y="16641"/>
                  </a:lnTo>
                  <a:lnTo>
                    <a:pt x="0" y="27205"/>
                  </a:lnTo>
                  <a:lnTo>
                    <a:pt x="0" y="349449"/>
                  </a:lnTo>
                  <a:lnTo>
                    <a:pt x="2151" y="360013"/>
                  </a:lnTo>
                  <a:lnTo>
                    <a:pt x="8004" y="368663"/>
                  </a:lnTo>
                  <a:lnTo>
                    <a:pt x="16655" y="374507"/>
                  </a:lnTo>
                  <a:lnTo>
                    <a:pt x="27204" y="376654"/>
                  </a:lnTo>
                  <a:lnTo>
                    <a:pt x="4684135" y="376654"/>
                  </a:lnTo>
                  <a:lnTo>
                    <a:pt x="4694685" y="374502"/>
                  </a:lnTo>
                  <a:lnTo>
                    <a:pt x="4703337" y="368650"/>
                  </a:lnTo>
                  <a:lnTo>
                    <a:pt x="4709190" y="359998"/>
                  </a:lnTo>
                  <a:lnTo>
                    <a:pt x="4711341" y="349449"/>
                  </a:lnTo>
                  <a:lnTo>
                    <a:pt x="4711341" y="27205"/>
                  </a:lnTo>
                  <a:lnTo>
                    <a:pt x="4709195" y="16656"/>
                  </a:lnTo>
                  <a:lnTo>
                    <a:pt x="4703351" y="8004"/>
                  </a:lnTo>
                  <a:lnTo>
                    <a:pt x="4694700" y="2151"/>
                  </a:lnTo>
                  <a:lnTo>
                    <a:pt x="4684135" y="0"/>
                  </a:lnTo>
                  <a:close/>
                </a:path>
              </a:pathLst>
            </a:custGeom>
            <a:solidFill>
              <a:srgbClr val="DE5B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62212" y="4197570"/>
              <a:ext cx="4491355" cy="785495"/>
            </a:xfrm>
            <a:custGeom>
              <a:avLst/>
              <a:gdLst/>
              <a:ahLst/>
              <a:cxnLst/>
              <a:rect l="l" t="t" r="r" b="b"/>
              <a:pathLst>
                <a:path w="4491355" h="785495">
                  <a:moveTo>
                    <a:pt x="4491283" y="0"/>
                  </a:moveTo>
                  <a:lnTo>
                    <a:pt x="0" y="0"/>
                  </a:lnTo>
                  <a:lnTo>
                    <a:pt x="0" y="785437"/>
                  </a:lnTo>
                  <a:lnTo>
                    <a:pt x="4491283" y="785437"/>
                  </a:lnTo>
                  <a:lnTo>
                    <a:pt x="4491283" y="0"/>
                  </a:lnTo>
                  <a:close/>
                </a:path>
              </a:pathLst>
            </a:custGeom>
            <a:solidFill>
              <a:srgbClr val="AFB0B0">
                <a:alpha val="9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8333" y="4233271"/>
              <a:ext cx="4419600" cy="714375"/>
            </a:xfrm>
            <a:custGeom>
              <a:avLst/>
              <a:gdLst/>
              <a:ahLst/>
              <a:cxnLst/>
              <a:rect l="l" t="t" r="r" b="b"/>
              <a:pathLst>
                <a:path w="4419600" h="714375">
                  <a:moveTo>
                    <a:pt x="4392255" y="0"/>
                  </a:moveTo>
                  <a:lnTo>
                    <a:pt x="27205" y="0"/>
                  </a:lnTo>
                  <a:lnTo>
                    <a:pt x="16194" y="2201"/>
                  </a:lnTo>
                  <a:lnTo>
                    <a:pt x="6798" y="8136"/>
                  </a:lnTo>
                  <a:lnTo>
                    <a:pt x="805" y="16805"/>
                  </a:lnTo>
                  <a:lnTo>
                    <a:pt x="0" y="27205"/>
                  </a:lnTo>
                  <a:lnTo>
                    <a:pt x="144000" y="686829"/>
                  </a:lnTo>
                  <a:lnTo>
                    <a:pt x="147501" y="697230"/>
                  </a:lnTo>
                  <a:lnTo>
                    <a:pt x="153219" y="705899"/>
                  </a:lnTo>
                  <a:lnTo>
                    <a:pt x="161129" y="711834"/>
                  </a:lnTo>
                  <a:lnTo>
                    <a:pt x="171206" y="714035"/>
                  </a:lnTo>
                  <a:lnTo>
                    <a:pt x="4392255" y="714035"/>
                  </a:lnTo>
                  <a:lnTo>
                    <a:pt x="4402780" y="711876"/>
                  </a:lnTo>
                  <a:lnTo>
                    <a:pt x="4411435" y="706011"/>
                  </a:lnTo>
                  <a:lnTo>
                    <a:pt x="4417301" y="697356"/>
                  </a:lnTo>
                  <a:lnTo>
                    <a:pt x="4419461" y="686829"/>
                  </a:lnTo>
                  <a:lnTo>
                    <a:pt x="4419461" y="27205"/>
                  </a:lnTo>
                  <a:lnTo>
                    <a:pt x="4417315" y="16670"/>
                  </a:lnTo>
                  <a:lnTo>
                    <a:pt x="4411470" y="8016"/>
                  </a:lnTo>
                  <a:lnTo>
                    <a:pt x="4402820" y="2156"/>
                  </a:lnTo>
                  <a:lnTo>
                    <a:pt x="43922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62212" y="4186059"/>
            <a:ext cx="4491355" cy="73914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81610">
              <a:lnSpc>
                <a:spcPct val="100000"/>
              </a:lnSpc>
              <a:spcBef>
                <a:spcPts val="490"/>
              </a:spcBef>
            </a:pPr>
            <a:r>
              <a:rPr sz="850" b="1" spc="10" dirty="0">
                <a:solidFill>
                  <a:srgbClr val="1A254F"/>
                </a:solidFill>
                <a:latin typeface="Arial"/>
                <a:cs typeface="Arial"/>
              </a:rPr>
              <a:t>I</a:t>
            </a:r>
            <a:r>
              <a:rPr sz="850" b="1" spc="-55" dirty="0">
                <a:solidFill>
                  <a:srgbClr val="1A254F"/>
                </a:solidFill>
                <a:latin typeface="Arial"/>
                <a:cs typeface="Arial"/>
              </a:rPr>
              <a:t>n</a:t>
            </a:r>
            <a:r>
              <a:rPr sz="850" b="1" spc="-35" dirty="0">
                <a:solidFill>
                  <a:srgbClr val="1A254F"/>
                </a:solidFill>
                <a:latin typeface="Arial"/>
                <a:cs typeface="Arial"/>
              </a:rPr>
              <a:t>v</a:t>
            </a:r>
            <a:r>
              <a:rPr sz="850" b="1" spc="-30" dirty="0">
                <a:solidFill>
                  <a:srgbClr val="1A254F"/>
                </a:solidFill>
                <a:latin typeface="Arial"/>
                <a:cs typeface="Arial"/>
              </a:rPr>
              <a:t>estme</a:t>
            </a:r>
            <a:r>
              <a:rPr sz="850" b="1" spc="-40" dirty="0">
                <a:solidFill>
                  <a:srgbClr val="1A254F"/>
                </a:solidFill>
                <a:latin typeface="Arial"/>
                <a:cs typeface="Arial"/>
              </a:rPr>
              <a:t>n</a:t>
            </a:r>
            <a:r>
              <a:rPr sz="850" b="1" spc="35" dirty="0">
                <a:solidFill>
                  <a:srgbClr val="1A254F"/>
                </a:solidFill>
                <a:latin typeface="Arial"/>
                <a:cs typeface="Arial"/>
              </a:rPr>
              <a:t>t</a:t>
            </a:r>
            <a:r>
              <a:rPr sz="850" b="1" spc="-35" dirty="0">
                <a:solidFill>
                  <a:srgbClr val="1A254F"/>
                </a:solidFill>
                <a:latin typeface="Arial"/>
                <a:cs typeface="Arial"/>
              </a:rPr>
              <a:t> </a:t>
            </a:r>
            <a:r>
              <a:rPr sz="850" b="1" spc="15" dirty="0">
                <a:solidFill>
                  <a:srgbClr val="1A254F"/>
                </a:solidFill>
                <a:latin typeface="Arial"/>
                <a:cs typeface="Arial"/>
              </a:rPr>
              <a:t>O</a:t>
            </a:r>
            <a:r>
              <a:rPr sz="850" b="1" spc="-20" dirty="0">
                <a:solidFill>
                  <a:srgbClr val="1A254F"/>
                </a:solidFill>
                <a:latin typeface="Arial"/>
                <a:cs typeface="Arial"/>
              </a:rPr>
              <a:t>bjecti</a:t>
            </a:r>
            <a:r>
              <a:rPr sz="850" b="1" spc="-35" dirty="0">
                <a:solidFill>
                  <a:srgbClr val="1A254F"/>
                </a:solidFill>
                <a:latin typeface="Arial"/>
                <a:cs typeface="Arial"/>
              </a:rPr>
              <a:t>v</a:t>
            </a:r>
            <a:r>
              <a:rPr sz="850" b="1" spc="-20" dirty="0">
                <a:solidFill>
                  <a:srgbClr val="1A254F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  <a:p>
            <a:pPr marL="187960" marR="87630">
              <a:lnSpc>
                <a:spcPct val="100000"/>
              </a:lnSpc>
              <a:spcBef>
                <a:spcPts val="365"/>
              </a:spcBef>
            </a:pPr>
            <a:r>
              <a:rPr sz="800" spc="-35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investment</a:t>
            </a:r>
            <a:r>
              <a:rPr sz="800" spc="-114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objective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51616"/>
                </a:solidFill>
                <a:latin typeface="Arial MT"/>
                <a:cs typeface="Arial MT"/>
              </a:rPr>
              <a:t>scheme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51616"/>
                </a:solidFill>
                <a:latin typeface="Arial MT"/>
                <a:cs typeface="Arial MT"/>
              </a:rPr>
              <a:t>is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51616"/>
                </a:solidFill>
                <a:latin typeface="Arial MT"/>
                <a:cs typeface="Arial MT"/>
              </a:rPr>
              <a:t>generate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long-term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capital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appreciation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unit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51616"/>
                </a:solidFill>
                <a:latin typeface="Arial MT"/>
                <a:cs typeface="Arial MT"/>
              </a:rPr>
              <a:t>holders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from </a:t>
            </a:r>
            <a:r>
              <a:rPr sz="800" spc="-40" dirty="0">
                <a:solidFill>
                  <a:srgbClr val="151616"/>
                </a:solidFill>
                <a:latin typeface="Arial MT"/>
                <a:cs typeface="Arial MT"/>
              </a:rPr>
              <a:t>a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portfolio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that </a:t>
            </a:r>
            <a:r>
              <a:rPr sz="800" spc="-30" dirty="0">
                <a:solidFill>
                  <a:srgbClr val="151616"/>
                </a:solidFill>
                <a:latin typeface="Arial MT"/>
                <a:cs typeface="Arial MT"/>
              </a:rPr>
              <a:t>is </a:t>
            </a:r>
            <a:r>
              <a:rPr sz="800" spc="-25" dirty="0">
                <a:solidFill>
                  <a:srgbClr val="151616"/>
                </a:solidFill>
                <a:latin typeface="Arial MT"/>
                <a:cs typeface="Arial MT"/>
              </a:rPr>
              <a:t>invested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in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equity </a:t>
            </a:r>
            <a:r>
              <a:rPr sz="800" spc="-30" dirty="0">
                <a:solidFill>
                  <a:srgbClr val="151616"/>
                </a:solidFill>
                <a:latin typeface="Arial MT"/>
                <a:cs typeface="Arial MT"/>
              </a:rPr>
              <a:t>and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equity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related instruments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of </a:t>
            </a:r>
            <a:r>
              <a:rPr sz="800" spc="-40" dirty="0">
                <a:solidFill>
                  <a:srgbClr val="151616"/>
                </a:solidFill>
                <a:latin typeface="Arial MT"/>
                <a:cs typeface="Arial MT"/>
              </a:rPr>
              <a:t>companies </a:t>
            </a:r>
            <a:r>
              <a:rPr sz="800" spc="-45" dirty="0">
                <a:solidFill>
                  <a:srgbClr val="151616"/>
                </a:solidFill>
                <a:latin typeface="Arial MT"/>
                <a:cs typeface="Arial MT"/>
              </a:rPr>
              <a:t>engaged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in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automotive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&amp;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allied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51616"/>
                </a:solidFill>
                <a:latin typeface="Arial MT"/>
                <a:cs typeface="Arial MT"/>
              </a:rPr>
              <a:t>business</a:t>
            </a:r>
            <a:r>
              <a:rPr sz="800" spc="-10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activities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51616"/>
                </a:solidFill>
                <a:latin typeface="Arial MT"/>
                <a:cs typeface="Arial MT"/>
              </a:rPr>
              <a:t>theme.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51616"/>
                </a:solidFill>
                <a:latin typeface="Arial MT"/>
                <a:cs typeface="Arial MT"/>
              </a:rPr>
              <a:t>However,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there</a:t>
            </a:r>
            <a:r>
              <a:rPr sz="800" spc="-10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40" dirty="0">
                <a:solidFill>
                  <a:srgbClr val="151616"/>
                </a:solidFill>
                <a:latin typeface="Arial MT"/>
                <a:cs typeface="Arial MT"/>
              </a:rPr>
              <a:t>can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51616"/>
                </a:solidFill>
                <a:latin typeface="Arial MT"/>
                <a:cs typeface="Arial MT"/>
              </a:rPr>
              <a:t>be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no</a:t>
            </a:r>
            <a:r>
              <a:rPr sz="800" spc="-10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151616"/>
                </a:solidFill>
                <a:latin typeface="Arial MT"/>
                <a:cs typeface="Arial MT"/>
              </a:rPr>
              <a:t>assurance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that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00" spc="-1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investment </a:t>
            </a:r>
            <a:r>
              <a:rPr sz="800" spc="-204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objective</a:t>
            </a:r>
            <a:r>
              <a:rPr sz="80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00" spc="-114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00" spc="-114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55" dirty="0">
                <a:solidFill>
                  <a:srgbClr val="151616"/>
                </a:solidFill>
                <a:latin typeface="Arial MT"/>
                <a:cs typeface="Arial MT"/>
              </a:rPr>
              <a:t>Scheme</a:t>
            </a:r>
            <a:r>
              <a:rPr sz="800" spc="-114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will</a:t>
            </a:r>
            <a:r>
              <a:rPr sz="800" spc="-114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51616"/>
                </a:solidFill>
                <a:latin typeface="Arial MT"/>
                <a:cs typeface="Arial MT"/>
              </a:rPr>
              <a:t>be</a:t>
            </a:r>
            <a:r>
              <a:rPr sz="800" spc="-114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51616"/>
                </a:solidFill>
                <a:latin typeface="Arial MT"/>
                <a:cs typeface="Arial MT"/>
              </a:rPr>
              <a:t>realized.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517" y="4694782"/>
            <a:ext cx="241275" cy="201750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2726093" y="5567241"/>
            <a:ext cx="2290445" cy="464820"/>
            <a:chOff x="2726093" y="5567241"/>
            <a:chExt cx="2290445" cy="464820"/>
          </a:xfrm>
        </p:grpSpPr>
        <p:sp>
          <p:nvSpPr>
            <p:cNvPr id="23" name="object 23"/>
            <p:cNvSpPr/>
            <p:nvPr/>
          </p:nvSpPr>
          <p:spPr>
            <a:xfrm>
              <a:off x="2726093" y="5691023"/>
              <a:ext cx="2270125" cy="340995"/>
            </a:xfrm>
            <a:custGeom>
              <a:avLst/>
              <a:gdLst/>
              <a:ahLst/>
              <a:cxnLst/>
              <a:rect l="l" t="t" r="r" b="b"/>
              <a:pathLst>
                <a:path w="2270125" h="340995">
                  <a:moveTo>
                    <a:pt x="2242295" y="0"/>
                  </a:moveTo>
                  <a:lnTo>
                    <a:pt x="27204" y="0"/>
                  </a:lnTo>
                  <a:lnTo>
                    <a:pt x="16640" y="2146"/>
                  </a:lnTo>
                  <a:lnTo>
                    <a:pt x="7990" y="7990"/>
                  </a:lnTo>
                  <a:lnTo>
                    <a:pt x="2146" y="16641"/>
                  </a:lnTo>
                  <a:lnTo>
                    <a:pt x="0" y="27205"/>
                  </a:lnTo>
                  <a:lnTo>
                    <a:pt x="0" y="313448"/>
                  </a:lnTo>
                  <a:lnTo>
                    <a:pt x="2151" y="324013"/>
                  </a:lnTo>
                  <a:lnTo>
                    <a:pt x="8004" y="332663"/>
                  </a:lnTo>
                  <a:lnTo>
                    <a:pt x="16655" y="338508"/>
                  </a:lnTo>
                  <a:lnTo>
                    <a:pt x="27204" y="340654"/>
                  </a:lnTo>
                  <a:lnTo>
                    <a:pt x="2242295" y="340654"/>
                  </a:lnTo>
                  <a:lnTo>
                    <a:pt x="2252844" y="338503"/>
                  </a:lnTo>
                  <a:lnTo>
                    <a:pt x="2261496" y="332649"/>
                  </a:lnTo>
                  <a:lnTo>
                    <a:pt x="2267349" y="323997"/>
                  </a:lnTo>
                  <a:lnTo>
                    <a:pt x="2269501" y="313448"/>
                  </a:lnTo>
                  <a:lnTo>
                    <a:pt x="2269501" y="27205"/>
                  </a:lnTo>
                  <a:lnTo>
                    <a:pt x="2267355" y="16656"/>
                  </a:lnTo>
                  <a:lnTo>
                    <a:pt x="2261510" y="8004"/>
                  </a:lnTo>
                  <a:lnTo>
                    <a:pt x="2252860" y="2151"/>
                  </a:lnTo>
                  <a:lnTo>
                    <a:pt x="2242295" y="0"/>
                  </a:lnTo>
                  <a:close/>
                </a:path>
              </a:pathLst>
            </a:custGeom>
            <a:solidFill>
              <a:srgbClr val="DE5B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887833" y="5567241"/>
              <a:ext cx="2128520" cy="448945"/>
            </a:xfrm>
            <a:custGeom>
              <a:avLst/>
              <a:gdLst/>
              <a:ahLst/>
              <a:cxnLst/>
              <a:rect l="l" t="t" r="r" b="b"/>
              <a:pathLst>
                <a:path w="2128520" h="448945">
                  <a:moveTo>
                    <a:pt x="2128161" y="0"/>
                  </a:moveTo>
                  <a:lnTo>
                    <a:pt x="0" y="0"/>
                  </a:lnTo>
                  <a:lnTo>
                    <a:pt x="0" y="448837"/>
                  </a:lnTo>
                  <a:lnTo>
                    <a:pt x="2128161" y="448837"/>
                  </a:lnTo>
                  <a:lnTo>
                    <a:pt x="2128161" y="0"/>
                  </a:lnTo>
                  <a:close/>
                </a:path>
              </a:pathLst>
            </a:custGeom>
            <a:solidFill>
              <a:srgbClr val="AFB0B0">
                <a:alpha val="9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08834" y="5587642"/>
              <a:ext cx="2087245" cy="408305"/>
            </a:xfrm>
            <a:custGeom>
              <a:avLst/>
              <a:gdLst/>
              <a:ahLst/>
              <a:cxnLst/>
              <a:rect l="l" t="t" r="r" b="b"/>
              <a:pathLst>
                <a:path w="2087245" h="408304">
                  <a:moveTo>
                    <a:pt x="2059553" y="0"/>
                  </a:moveTo>
                  <a:lnTo>
                    <a:pt x="28343" y="0"/>
                  </a:lnTo>
                  <a:lnTo>
                    <a:pt x="16684" y="2457"/>
                  </a:lnTo>
                  <a:lnTo>
                    <a:pt x="6209" y="8819"/>
                  </a:lnTo>
                  <a:lnTo>
                    <a:pt x="0" y="17573"/>
                  </a:lnTo>
                  <a:lnTo>
                    <a:pt x="1139" y="27204"/>
                  </a:lnTo>
                  <a:lnTo>
                    <a:pt x="217139" y="380829"/>
                  </a:lnTo>
                  <a:lnTo>
                    <a:pt x="222578" y="390461"/>
                  </a:lnTo>
                  <a:lnTo>
                    <a:pt x="228069" y="399215"/>
                  </a:lnTo>
                  <a:lnTo>
                    <a:pt x="234897" y="405577"/>
                  </a:lnTo>
                  <a:lnTo>
                    <a:pt x="244344" y="408034"/>
                  </a:lnTo>
                  <a:lnTo>
                    <a:pt x="2059553" y="408034"/>
                  </a:lnTo>
                  <a:lnTo>
                    <a:pt x="2070095" y="405880"/>
                  </a:lnTo>
                  <a:lnTo>
                    <a:pt x="2078748" y="400023"/>
                  </a:lnTo>
                  <a:lnTo>
                    <a:pt x="2084605" y="391371"/>
                  </a:lnTo>
                  <a:lnTo>
                    <a:pt x="2086759" y="380829"/>
                  </a:lnTo>
                  <a:lnTo>
                    <a:pt x="2086759" y="27204"/>
                  </a:lnTo>
                  <a:lnTo>
                    <a:pt x="2084613" y="16654"/>
                  </a:lnTo>
                  <a:lnTo>
                    <a:pt x="2078768" y="8002"/>
                  </a:lnTo>
                  <a:lnTo>
                    <a:pt x="2070118" y="2150"/>
                  </a:lnTo>
                  <a:lnTo>
                    <a:pt x="20595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887834" y="5618169"/>
            <a:ext cx="2165985" cy="3175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67335">
              <a:lnSpc>
                <a:spcPct val="100000"/>
              </a:lnSpc>
              <a:spcBef>
                <a:spcPts val="260"/>
              </a:spcBef>
            </a:pPr>
            <a:r>
              <a:rPr sz="850" b="1" spc="90" dirty="0">
                <a:solidFill>
                  <a:srgbClr val="1A254F"/>
                </a:solidFill>
                <a:latin typeface="Arial"/>
                <a:cs typeface="Arial"/>
              </a:rPr>
              <a:t>M</a:t>
            </a:r>
            <a:r>
              <a:rPr sz="850" b="1" spc="-35" dirty="0">
                <a:solidFill>
                  <a:srgbClr val="1A254F"/>
                </a:solidFill>
                <a:latin typeface="Arial"/>
                <a:cs typeface="Arial"/>
              </a:rPr>
              <a:t>inimum </a:t>
            </a:r>
            <a:r>
              <a:rPr sz="850" b="1" spc="80" dirty="0">
                <a:solidFill>
                  <a:srgbClr val="1A254F"/>
                </a:solidFill>
                <a:latin typeface="Arial"/>
                <a:cs typeface="Arial"/>
              </a:rPr>
              <a:t>M</a:t>
            </a:r>
            <a:r>
              <a:rPr sz="850" b="1" spc="-35" dirty="0">
                <a:solidFill>
                  <a:srgbClr val="1A254F"/>
                </a:solidFill>
                <a:latin typeface="Arial"/>
                <a:cs typeface="Arial"/>
              </a:rPr>
              <a:t>o</a:t>
            </a:r>
            <a:r>
              <a:rPr sz="850" b="1" spc="-45" dirty="0">
                <a:solidFill>
                  <a:srgbClr val="1A254F"/>
                </a:solidFill>
                <a:latin typeface="Arial"/>
                <a:cs typeface="Arial"/>
              </a:rPr>
              <a:t>n</a:t>
            </a:r>
            <a:r>
              <a:rPr sz="850" b="1" spc="-10" dirty="0">
                <a:solidFill>
                  <a:srgbClr val="1A254F"/>
                </a:solidFill>
                <a:latin typeface="Arial"/>
                <a:cs typeface="Arial"/>
              </a:rPr>
              <a:t>thly</a:t>
            </a:r>
            <a:r>
              <a:rPr sz="850" b="1" spc="-60" dirty="0">
                <a:solidFill>
                  <a:srgbClr val="1A254F"/>
                </a:solidFill>
                <a:latin typeface="Arial"/>
                <a:cs typeface="Arial"/>
              </a:rPr>
              <a:t> </a:t>
            </a:r>
            <a:r>
              <a:rPr sz="850" b="1" spc="-40" dirty="0">
                <a:solidFill>
                  <a:srgbClr val="1A254F"/>
                </a:solidFill>
                <a:latin typeface="Arial"/>
                <a:cs typeface="Arial"/>
              </a:rPr>
              <a:t>SIP</a:t>
            </a:r>
            <a:endParaRPr sz="8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155"/>
              </a:spcBef>
            </a:pPr>
            <a:r>
              <a:rPr sz="800" spc="65" dirty="0">
                <a:solidFill>
                  <a:srgbClr val="151616"/>
                </a:solidFill>
                <a:latin typeface="Trebuchet MS"/>
                <a:cs typeface="Trebuchet MS"/>
              </a:rPr>
              <a:t>Minimum</a:t>
            </a:r>
            <a:r>
              <a:rPr sz="800" spc="10" dirty="0">
                <a:solidFill>
                  <a:srgbClr val="151616"/>
                </a:solidFill>
                <a:latin typeface="Trebuchet MS"/>
                <a:cs typeface="Trebuchet MS"/>
              </a:rPr>
              <a:t> </a:t>
            </a:r>
            <a:r>
              <a:rPr sz="800" spc="-20" dirty="0">
                <a:solidFill>
                  <a:srgbClr val="151616"/>
                </a:solidFill>
                <a:latin typeface="Trebuchet MS"/>
                <a:cs typeface="Trebuchet MS"/>
              </a:rPr>
              <a:t>`</a:t>
            </a:r>
            <a:r>
              <a:rPr sz="800" spc="-90" dirty="0">
                <a:solidFill>
                  <a:srgbClr val="151616"/>
                </a:solidFill>
                <a:latin typeface="Trebuchet MS"/>
                <a:cs typeface="Trebuchet MS"/>
              </a:rPr>
              <a:t> </a:t>
            </a:r>
            <a:r>
              <a:rPr sz="800" spc="35" dirty="0">
                <a:solidFill>
                  <a:srgbClr val="151616"/>
                </a:solidFill>
                <a:latin typeface="Arial MT"/>
                <a:cs typeface="Arial MT"/>
              </a:rPr>
              <a:t>500</a:t>
            </a:r>
            <a:r>
              <a:rPr sz="800" spc="-30" dirty="0">
                <a:solidFill>
                  <a:srgbClr val="151616"/>
                </a:solidFill>
                <a:latin typeface="Arial MT"/>
                <a:cs typeface="Arial MT"/>
              </a:rPr>
              <a:t>/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-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&amp;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multiples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0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51616"/>
                </a:solidFill>
                <a:latin typeface="Trebuchet MS"/>
                <a:cs typeface="Trebuchet MS"/>
              </a:rPr>
              <a:t>`</a:t>
            </a:r>
            <a:r>
              <a:rPr sz="800" spc="-90" dirty="0">
                <a:solidFill>
                  <a:srgbClr val="151616"/>
                </a:solidFill>
                <a:latin typeface="Trebuchet MS"/>
                <a:cs typeface="Trebuchet MS"/>
              </a:rPr>
              <a:t>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97304" y="5716076"/>
            <a:ext cx="164390" cy="274551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306453" y="5567241"/>
            <a:ext cx="2290445" cy="464820"/>
            <a:chOff x="306453" y="5567241"/>
            <a:chExt cx="2290445" cy="464820"/>
          </a:xfrm>
        </p:grpSpPr>
        <p:sp>
          <p:nvSpPr>
            <p:cNvPr id="29" name="object 29"/>
            <p:cNvSpPr/>
            <p:nvPr/>
          </p:nvSpPr>
          <p:spPr>
            <a:xfrm>
              <a:off x="306453" y="5691023"/>
              <a:ext cx="2270125" cy="340995"/>
            </a:xfrm>
            <a:custGeom>
              <a:avLst/>
              <a:gdLst/>
              <a:ahLst/>
              <a:cxnLst/>
              <a:rect l="l" t="t" r="r" b="b"/>
              <a:pathLst>
                <a:path w="2270125" h="340995">
                  <a:moveTo>
                    <a:pt x="2242295" y="0"/>
                  </a:moveTo>
                  <a:lnTo>
                    <a:pt x="27204" y="0"/>
                  </a:lnTo>
                  <a:lnTo>
                    <a:pt x="16640" y="2146"/>
                  </a:lnTo>
                  <a:lnTo>
                    <a:pt x="7990" y="7990"/>
                  </a:lnTo>
                  <a:lnTo>
                    <a:pt x="2146" y="16641"/>
                  </a:lnTo>
                  <a:lnTo>
                    <a:pt x="0" y="27205"/>
                  </a:lnTo>
                  <a:lnTo>
                    <a:pt x="0" y="313448"/>
                  </a:lnTo>
                  <a:lnTo>
                    <a:pt x="2151" y="324013"/>
                  </a:lnTo>
                  <a:lnTo>
                    <a:pt x="8004" y="332663"/>
                  </a:lnTo>
                  <a:lnTo>
                    <a:pt x="16655" y="338508"/>
                  </a:lnTo>
                  <a:lnTo>
                    <a:pt x="27204" y="340654"/>
                  </a:lnTo>
                  <a:lnTo>
                    <a:pt x="2242295" y="340654"/>
                  </a:lnTo>
                  <a:lnTo>
                    <a:pt x="2252845" y="338503"/>
                  </a:lnTo>
                  <a:lnTo>
                    <a:pt x="2261497" y="332649"/>
                  </a:lnTo>
                  <a:lnTo>
                    <a:pt x="2267350" y="323997"/>
                  </a:lnTo>
                  <a:lnTo>
                    <a:pt x="2269501" y="313448"/>
                  </a:lnTo>
                  <a:lnTo>
                    <a:pt x="2269501" y="27205"/>
                  </a:lnTo>
                  <a:lnTo>
                    <a:pt x="2267355" y="16656"/>
                  </a:lnTo>
                  <a:lnTo>
                    <a:pt x="2261510" y="8004"/>
                  </a:lnTo>
                  <a:lnTo>
                    <a:pt x="2252860" y="2151"/>
                  </a:lnTo>
                  <a:lnTo>
                    <a:pt x="2242295" y="0"/>
                  </a:lnTo>
                  <a:close/>
                </a:path>
              </a:pathLst>
            </a:custGeom>
            <a:solidFill>
              <a:srgbClr val="DE5B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68194" y="5567241"/>
              <a:ext cx="2128520" cy="448945"/>
            </a:xfrm>
            <a:custGeom>
              <a:avLst/>
              <a:gdLst/>
              <a:ahLst/>
              <a:cxnLst/>
              <a:rect l="l" t="t" r="r" b="b"/>
              <a:pathLst>
                <a:path w="2128520" h="448945">
                  <a:moveTo>
                    <a:pt x="2128161" y="0"/>
                  </a:moveTo>
                  <a:lnTo>
                    <a:pt x="0" y="0"/>
                  </a:lnTo>
                  <a:lnTo>
                    <a:pt x="0" y="448837"/>
                  </a:lnTo>
                  <a:lnTo>
                    <a:pt x="2128161" y="448837"/>
                  </a:lnTo>
                  <a:lnTo>
                    <a:pt x="2128161" y="0"/>
                  </a:lnTo>
                  <a:close/>
                </a:path>
              </a:pathLst>
            </a:custGeom>
            <a:solidFill>
              <a:srgbClr val="AFB0B0">
                <a:alpha val="9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9195" y="5587642"/>
              <a:ext cx="2087245" cy="408305"/>
            </a:xfrm>
            <a:custGeom>
              <a:avLst/>
              <a:gdLst/>
              <a:ahLst/>
              <a:cxnLst/>
              <a:rect l="l" t="t" r="r" b="b"/>
              <a:pathLst>
                <a:path w="2087245" h="408304">
                  <a:moveTo>
                    <a:pt x="2059553" y="0"/>
                  </a:moveTo>
                  <a:lnTo>
                    <a:pt x="28343" y="0"/>
                  </a:lnTo>
                  <a:lnTo>
                    <a:pt x="16684" y="2457"/>
                  </a:lnTo>
                  <a:lnTo>
                    <a:pt x="6209" y="8819"/>
                  </a:lnTo>
                  <a:lnTo>
                    <a:pt x="0" y="17573"/>
                  </a:lnTo>
                  <a:lnTo>
                    <a:pt x="1138" y="27204"/>
                  </a:lnTo>
                  <a:lnTo>
                    <a:pt x="217138" y="380829"/>
                  </a:lnTo>
                  <a:lnTo>
                    <a:pt x="222577" y="390461"/>
                  </a:lnTo>
                  <a:lnTo>
                    <a:pt x="228069" y="399215"/>
                  </a:lnTo>
                  <a:lnTo>
                    <a:pt x="234897" y="405577"/>
                  </a:lnTo>
                  <a:lnTo>
                    <a:pt x="244343" y="408034"/>
                  </a:lnTo>
                  <a:lnTo>
                    <a:pt x="2059553" y="408034"/>
                  </a:lnTo>
                  <a:lnTo>
                    <a:pt x="2070095" y="405880"/>
                  </a:lnTo>
                  <a:lnTo>
                    <a:pt x="2078748" y="400023"/>
                  </a:lnTo>
                  <a:lnTo>
                    <a:pt x="2084605" y="391371"/>
                  </a:lnTo>
                  <a:lnTo>
                    <a:pt x="2086759" y="380829"/>
                  </a:lnTo>
                  <a:lnTo>
                    <a:pt x="2086759" y="27204"/>
                  </a:lnTo>
                  <a:lnTo>
                    <a:pt x="2084612" y="16654"/>
                  </a:lnTo>
                  <a:lnTo>
                    <a:pt x="2078768" y="8002"/>
                  </a:lnTo>
                  <a:lnTo>
                    <a:pt x="2070117" y="2150"/>
                  </a:lnTo>
                  <a:lnTo>
                    <a:pt x="20595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68194" y="5636187"/>
            <a:ext cx="2128520" cy="30162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85115">
              <a:lnSpc>
                <a:spcPct val="100000"/>
              </a:lnSpc>
              <a:spcBef>
                <a:spcPts val="200"/>
              </a:spcBef>
            </a:pPr>
            <a:r>
              <a:rPr sz="850" b="1" spc="-25" dirty="0">
                <a:solidFill>
                  <a:srgbClr val="1A254F"/>
                </a:solidFill>
                <a:latin typeface="Arial"/>
                <a:cs typeface="Arial"/>
              </a:rPr>
              <a:t>First</a:t>
            </a:r>
            <a:r>
              <a:rPr sz="850" b="1" spc="-65" dirty="0">
                <a:solidFill>
                  <a:srgbClr val="1A254F"/>
                </a:solidFill>
                <a:latin typeface="Arial"/>
                <a:cs typeface="Arial"/>
              </a:rPr>
              <a:t> </a:t>
            </a:r>
            <a:r>
              <a:rPr sz="850" b="1" spc="-15" dirty="0">
                <a:solidFill>
                  <a:srgbClr val="1A254F"/>
                </a:solidFill>
                <a:latin typeface="Arial"/>
                <a:cs typeface="Arial"/>
              </a:rPr>
              <a:t>Tier</a:t>
            </a:r>
            <a:r>
              <a:rPr sz="850" b="1" spc="-60" dirty="0">
                <a:solidFill>
                  <a:srgbClr val="1A254F"/>
                </a:solidFill>
                <a:latin typeface="Arial"/>
                <a:cs typeface="Arial"/>
              </a:rPr>
              <a:t> B</a:t>
            </a:r>
            <a:r>
              <a:rPr sz="850" b="1" spc="-35" dirty="0">
                <a:solidFill>
                  <a:srgbClr val="1A254F"/>
                </a:solidFill>
                <a:latin typeface="Arial"/>
                <a:cs typeface="Arial"/>
              </a:rPr>
              <a:t>anchmark </a:t>
            </a:r>
            <a:r>
              <a:rPr sz="850" b="1" spc="10" dirty="0">
                <a:solidFill>
                  <a:srgbClr val="1A254F"/>
                </a:solidFill>
                <a:latin typeface="Arial"/>
                <a:cs typeface="Arial"/>
              </a:rPr>
              <a:t>I</a:t>
            </a:r>
            <a:r>
              <a:rPr sz="850" b="1" spc="-35" dirty="0">
                <a:solidFill>
                  <a:srgbClr val="1A254F"/>
                </a:solidFill>
                <a:latin typeface="Arial"/>
                <a:cs typeface="Arial"/>
              </a:rPr>
              <a:t>nd</a:t>
            </a:r>
            <a:r>
              <a:rPr sz="850" b="1" spc="-40" dirty="0">
                <a:solidFill>
                  <a:srgbClr val="1A254F"/>
                </a:solidFill>
                <a:latin typeface="Arial"/>
                <a:cs typeface="Arial"/>
              </a:rPr>
              <a:t>e</a:t>
            </a:r>
            <a:r>
              <a:rPr sz="850" b="1" spc="-25" dirty="0">
                <a:solidFill>
                  <a:srgbClr val="1A254F"/>
                </a:solidFill>
                <a:latin typeface="Arial"/>
                <a:cs typeface="Arial"/>
              </a:rPr>
              <a:t>x</a:t>
            </a:r>
            <a:endParaRPr sz="850">
              <a:latin typeface="Arial"/>
              <a:cs typeface="Arial"/>
            </a:endParaRPr>
          </a:p>
          <a:p>
            <a:pPr marL="292735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NIFTY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A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U</a:t>
            </a:r>
            <a:r>
              <a:rPr sz="800" spc="-45" dirty="0">
                <a:solidFill>
                  <a:srgbClr val="151616"/>
                </a:solidFill>
                <a:latin typeface="Arial MT"/>
                <a:cs typeface="Arial MT"/>
              </a:rPr>
              <a:t>T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O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TRI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4155" y="5757499"/>
            <a:ext cx="196706" cy="196831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1895172" y="5043056"/>
            <a:ext cx="1426210" cy="464820"/>
            <a:chOff x="1895172" y="5043056"/>
            <a:chExt cx="1426210" cy="464820"/>
          </a:xfrm>
        </p:grpSpPr>
        <p:sp>
          <p:nvSpPr>
            <p:cNvPr id="35" name="object 35"/>
            <p:cNvSpPr/>
            <p:nvPr/>
          </p:nvSpPr>
          <p:spPr>
            <a:xfrm>
              <a:off x="1895172" y="5166838"/>
              <a:ext cx="1405890" cy="340995"/>
            </a:xfrm>
            <a:custGeom>
              <a:avLst/>
              <a:gdLst/>
              <a:ahLst/>
              <a:cxnLst/>
              <a:rect l="l" t="t" r="r" b="b"/>
              <a:pathLst>
                <a:path w="1405889" h="340995">
                  <a:moveTo>
                    <a:pt x="1378296" y="0"/>
                  </a:moveTo>
                  <a:lnTo>
                    <a:pt x="27205" y="0"/>
                  </a:lnTo>
                  <a:lnTo>
                    <a:pt x="16641" y="2146"/>
                  </a:lnTo>
                  <a:lnTo>
                    <a:pt x="7990" y="7990"/>
                  </a:lnTo>
                  <a:lnTo>
                    <a:pt x="2146" y="16641"/>
                  </a:lnTo>
                  <a:lnTo>
                    <a:pt x="0" y="27205"/>
                  </a:lnTo>
                  <a:lnTo>
                    <a:pt x="0" y="313448"/>
                  </a:lnTo>
                  <a:lnTo>
                    <a:pt x="2156" y="324012"/>
                  </a:lnTo>
                  <a:lnTo>
                    <a:pt x="8017" y="332662"/>
                  </a:lnTo>
                  <a:lnTo>
                    <a:pt x="16671" y="338507"/>
                  </a:lnTo>
                  <a:lnTo>
                    <a:pt x="27205" y="340653"/>
                  </a:lnTo>
                  <a:lnTo>
                    <a:pt x="1378296" y="340653"/>
                  </a:lnTo>
                  <a:lnTo>
                    <a:pt x="1388830" y="338497"/>
                  </a:lnTo>
                  <a:lnTo>
                    <a:pt x="1397484" y="332636"/>
                  </a:lnTo>
                  <a:lnTo>
                    <a:pt x="1403345" y="323982"/>
                  </a:lnTo>
                  <a:lnTo>
                    <a:pt x="1405501" y="313448"/>
                  </a:lnTo>
                  <a:lnTo>
                    <a:pt x="1405501" y="27205"/>
                  </a:lnTo>
                  <a:lnTo>
                    <a:pt x="1403355" y="16671"/>
                  </a:lnTo>
                  <a:lnTo>
                    <a:pt x="1397510" y="8017"/>
                  </a:lnTo>
                  <a:lnTo>
                    <a:pt x="1388860" y="2156"/>
                  </a:lnTo>
                  <a:lnTo>
                    <a:pt x="1378296" y="0"/>
                  </a:lnTo>
                  <a:close/>
                </a:path>
              </a:pathLst>
            </a:custGeom>
            <a:solidFill>
              <a:srgbClr val="DE5B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56913" y="5043056"/>
              <a:ext cx="1264285" cy="448945"/>
            </a:xfrm>
            <a:custGeom>
              <a:avLst/>
              <a:gdLst/>
              <a:ahLst/>
              <a:cxnLst/>
              <a:rect l="l" t="t" r="r" b="b"/>
              <a:pathLst>
                <a:path w="1264285" h="448945">
                  <a:moveTo>
                    <a:pt x="1264161" y="0"/>
                  </a:moveTo>
                  <a:lnTo>
                    <a:pt x="0" y="0"/>
                  </a:lnTo>
                  <a:lnTo>
                    <a:pt x="0" y="448837"/>
                  </a:lnTo>
                  <a:lnTo>
                    <a:pt x="1264161" y="448837"/>
                  </a:lnTo>
                  <a:lnTo>
                    <a:pt x="1264161" y="0"/>
                  </a:lnTo>
                  <a:close/>
                </a:path>
              </a:pathLst>
            </a:custGeom>
            <a:solidFill>
              <a:srgbClr val="AFB0B0">
                <a:alpha val="9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077916" y="5063457"/>
              <a:ext cx="1223010" cy="408305"/>
            </a:xfrm>
            <a:custGeom>
              <a:avLst/>
              <a:gdLst/>
              <a:ahLst/>
              <a:cxnLst/>
              <a:rect l="l" t="t" r="r" b="b"/>
              <a:pathLst>
                <a:path w="1223010" h="408304">
                  <a:moveTo>
                    <a:pt x="1195552" y="0"/>
                  </a:moveTo>
                  <a:lnTo>
                    <a:pt x="28342" y="0"/>
                  </a:lnTo>
                  <a:lnTo>
                    <a:pt x="16683" y="2458"/>
                  </a:lnTo>
                  <a:lnTo>
                    <a:pt x="6209" y="8822"/>
                  </a:lnTo>
                  <a:lnTo>
                    <a:pt x="0" y="17576"/>
                  </a:lnTo>
                  <a:lnTo>
                    <a:pt x="1136" y="27204"/>
                  </a:lnTo>
                  <a:lnTo>
                    <a:pt x="217137" y="380828"/>
                  </a:lnTo>
                  <a:lnTo>
                    <a:pt x="222579" y="390457"/>
                  </a:lnTo>
                  <a:lnTo>
                    <a:pt x="228077" y="399212"/>
                  </a:lnTo>
                  <a:lnTo>
                    <a:pt x="234908" y="405576"/>
                  </a:lnTo>
                  <a:lnTo>
                    <a:pt x="244343" y="408034"/>
                  </a:lnTo>
                  <a:lnTo>
                    <a:pt x="1195552" y="408034"/>
                  </a:lnTo>
                  <a:lnTo>
                    <a:pt x="1206081" y="405876"/>
                  </a:lnTo>
                  <a:lnTo>
                    <a:pt x="1214735" y="400012"/>
                  </a:lnTo>
                  <a:lnTo>
                    <a:pt x="1220599" y="391358"/>
                  </a:lnTo>
                  <a:lnTo>
                    <a:pt x="1222757" y="380828"/>
                  </a:lnTo>
                  <a:lnTo>
                    <a:pt x="1222757" y="27204"/>
                  </a:lnTo>
                  <a:lnTo>
                    <a:pt x="1220611" y="16666"/>
                  </a:lnTo>
                  <a:lnTo>
                    <a:pt x="1214766" y="8013"/>
                  </a:lnTo>
                  <a:lnTo>
                    <a:pt x="1206116" y="2154"/>
                  </a:lnTo>
                  <a:lnTo>
                    <a:pt x="11955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03084" y="5211845"/>
              <a:ext cx="220979" cy="259079"/>
            </a:xfrm>
            <a:custGeom>
              <a:avLst/>
              <a:gdLst/>
              <a:ahLst/>
              <a:cxnLst/>
              <a:rect l="l" t="t" r="r" b="b"/>
              <a:pathLst>
                <a:path w="220980" h="259079">
                  <a:moveTo>
                    <a:pt x="107081" y="41756"/>
                  </a:moveTo>
                  <a:lnTo>
                    <a:pt x="107159" y="50266"/>
                  </a:lnTo>
                  <a:lnTo>
                    <a:pt x="101947" y="50233"/>
                  </a:lnTo>
                  <a:lnTo>
                    <a:pt x="93365" y="49758"/>
                  </a:lnTo>
                  <a:lnTo>
                    <a:pt x="88540" y="50323"/>
                  </a:lnTo>
                  <a:lnTo>
                    <a:pt x="82143" y="51076"/>
                  </a:lnTo>
                  <a:lnTo>
                    <a:pt x="81874" y="56062"/>
                  </a:lnTo>
                  <a:lnTo>
                    <a:pt x="81870" y="62748"/>
                  </a:lnTo>
                  <a:lnTo>
                    <a:pt x="81870" y="69411"/>
                  </a:lnTo>
                  <a:lnTo>
                    <a:pt x="81845" y="74602"/>
                  </a:lnTo>
                  <a:lnTo>
                    <a:pt x="88134" y="75610"/>
                  </a:lnTo>
                  <a:lnTo>
                    <a:pt x="92443" y="76301"/>
                  </a:lnTo>
                  <a:lnTo>
                    <a:pt x="102191" y="75679"/>
                  </a:lnTo>
                  <a:lnTo>
                    <a:pt x="107146" y="75747"/>
                  </a:lnTo>
                  <a:lnTo>
                    <a:pt x="107134" y="87158"/>
                  </a:lnTo>
                  <a:lnTo>
                    <a:pt x="85218" y="103525"/>
                  </a:lnTo>
                  <a:lnTo>
                    <a:pt x="83310" y="104940"/>
                  </a:lnTo>
                  <a:lnTo>
                    <a:pt x="82730" y="105933"/>
                  </a:lnTo>
                  <a:lnTo>
                    <a:pt x="79623" y="105968"/>
                  </a:lnTo>
                  <a:lnTo>
                    <a:pt x="33370" y="105984"/>
                  </a:lnTo>
                  <a:lnTo>
                    <a:pt x="28154" y="106667"/>
                  </a:lnTo>
                  <a:lnTo>
                    <a:pt x="29072" y="112589"/>
                  </a:lnTo>
                  <a:lnTo>
                    <a:pt x="29072" y="117428"/>
                  </a:lnTo>
                  <a:lnTo>
                    <a:pt x="29072" y="122425"/>
                  </a:lnTo>
                  <a:lnTo>
                    <a:pt x="29345" y="128184"/>
                  </a:lnTo>
                  <a:lnTo>
                    <a:pt x="29108" y="133080"/>
                  </a:lnTo>
                  <a:lnTo>
                    <a:pt x="28974" y="135841"/>
                  </a:lnTo>
                  <a:lnTo>
                    <a:pt x="25778" y="137429"/>
                  </a:lnTo>
                  <a:lnTo>
                    <a:pt x="21628" y="140497"/>
                  </a:lnTo>
                  <a:lnTo>
                    <a:pt x="18337" y="142923"/>
                  </a:lnTo>
                  <a:lnTo>
                    <a:pt x="15947" y="144701"/>
                  </a:lnTo>
                  <a:lnTo>
                    <a:pt x="12635" y="147128"/>
                  </a:lnTo>
                  <a:lnTo>
                    <a:pt x="9571" y="149374"/>
                  </a:lnTo>
                  <a:lnTo>
                    <a:pt x="6569" y="151653"/>
                  </a:lnTo>
                  <a:lnTo>
                    <a:pt x="3642" y="153766"/>
                  </a:lnTo>
                  <a:lnTo>
                    <a:pt x="0" y="157279"/>
                  </a:lnTo>
                  <a:lnTo>
                    <a:pt x="439" y="160203"/>
                  </a:lnTo>
                  <a:lnTo>
                    <a:pt x="4545" y="163719"/>
                  </a:lnTo>
                  <a:lnTo>
                    <a:pt x="11903" y="169009"/>
                  </a:lnTo>
                  <a:lnTo>
                    <a:pt x="25375" y="178977"/>
                  </a:lnTo>
                  <a:lnTo>
                    <a:pt x="27024" y="180209"/>
                  </a:lnTo>
                  <a:lnTo>
                    <a:pt x="28831" y="180870"/>
                  </a:lnTo>
                  <a:lnTo>
                    <a:pt x="29086" y="182897"/>
                  </a:lnTo>
                  <a:lnTo>
                    <a:pt x="29378" y="185223"/>
                  </a:lnTo>
                  <a:lnTo>
                    <a:pt x="29234" y="195699"/>
                  </a:lnTo>
                  <a:lnTo>
                    <a:pt x="28957" y="198136"/>
                  </a:lnTo>
                  <a:lnTo>
                    <a:pt x="17710" y="198240"/>
                  </a:lnTo>
                  <a:lnTo>
                    <a:pt x="9887" y="198302"/>
                  </a:lnTo>
                  <a:lnTo>
                    <a:pt x="5321" y="201416"/>
                  </a:lnTo>
                  <a:lnTo>
                    <a:pt x="3844" y="210675"/>
                  </a:lnTo>
                  <a:lnTo>
                    <a:pt x="4781" y="219541"/>
                  </a:lnTo>
                  <a:lnTo>
                    <a:pt x="8440" y="223247"/>
                  </a:lnTo>
                  <a:lnTo>
                    <a:pt x="16118" y="223927"/>
                  </a:lnTo>
                  <a:lnTo>
                    <a:pt x="29108" y="223710"/>
                  </a:lnTo>
                  <a:lnTo>
                    <a:pt x="29082" y="228826"/>
                  </a:lnTo>
                  <a:lnTo>
                    <a:pt x="27579" y="239306"/>
                  </a:lnTo>
                  <a:lnTo>
                    <a:pt x="31368" y="241325"/>
                  </a:lnTo>
                  <a:lnTo>
                    <a:pt x="41066" y="241994"/>
                  </a:lnTo>
                  <a:lnTo>
                    <a:pt x="60319" y="242145"/>
                  </a:lnTo>
                  <a:lnTo>
                    <a:pt x="80104" y="242051"/>
                  </a:lnTo>
                  <a:lnTo>
                    <a:pt x="91395" y="241980"/>
                  </a:lnTo>
                  <a:lnTo>
                    <a:pt x="93973" y="249735"/>
                  </a:lnTo>
                  <a:lnTo>
                    <a:pt x="97382" y="254386"/>
                  </a:lnTo>
                  <a:lnTo>
                    <a:pt x="104981" y="257079"/>
                  </a:lnTo>
                  <a:lnTo>
                    <a:pt x="108833" y="258443"/>
                  </a:lnTo>
                  <a:lnTo>
                    <a:pt x="113492" y="258616"/>
                  </a:lnTo>
                  <a:lnTo>
                    <a:pt x="117549" y="257442"/>
                  </a:lnTo>
                  <a:lnTo>
                    <a:pt x="128247" y="250376"/>
                  </a:lnTo>
                  <a:lnTo>
                    <a:pt x="132712" y="239328"/>
                  </a:lnTo>
                  <a:lnTo>
                    <a:pt x="130589" y="227609"/>
                  </a:lnTo>
                  <a:lnTo>
                    <a:pt x="121527" y="218530"/>
                  </a:lnTo>
                  <a:lnTo>
                    <a:pt x="118201" y="217284"/>
                  </a:lnTo>
                  <a:lnTo>
                    <a:pt x="116795" y="216364"/>
                  </a:lnTo>
                  <a:lnTo>
                    <a:pt x="116524" y="212811"/>
                  </a:lnTo>
                  <a:lnTo>
                    <a:pt x="116606" y="203669"/>
                  </a:lnTo>
                  <a:lnTo>
                    <a:pt x="126815" y="203872"/>
                  </a:lnTo>
                  <a:lnTo>
                    <a:pt x="134328" y="203655"/>
                  </a:lnTo>
                  <a:lnTo>
                    <a:pt x="139333" y="201568"/>
                  </a:lnTo>
                  <a:lnTo>
                    <a:pt x="142015" y="196164"/>
                  </a:lnTo>
                  <a:lnTo>
                    <a:pt x="174451" y="196218"/>
                  </a:lnTo>
                  <a:lnTo>
                    <a:pt x="189858" y="195878"/>
                  </a:lnTo>
                  <a:lnTo>
                    <a:pt x="194505" y="191986"/>
                  </a:lnTo>
                  <a:lnTo>
                    <a:pt x="194661" y="181385"/>
                  </a:lnTo>
                  <a:lnTo>
                    <a:pt x="194661" y="173832"/>
                  </a:lnTo>
                  <a:lnTo>
                    <a:pt x="194701" y="166273"/>
                  </a:lnTo>
                  <a:lnTo>
                    <a:pt x="194647" y="158727"/>
                  </a:lnTo>
                  <a:lnTo>
                    <a:pt x="199889" y="158785"/>
                  </a:lnTo>
                  <a:lnTo>
                    <a:pt x="208298" y="159209"/>
                  </a:lnTo>
                  <a:lnTo>
                    <a:pt x="213224" y="158687"/>
                  </a:lnTo>
                  <a:lnTo>
                    <a:pt x="220729" y="157888"/>
                  </a:lnTo>
                  <a:lnTo>
                    <a:pt x="219933" y="150479"/>
                  </a:lnTo>
                  <a:lnTo>
                    <a:pt x="219929" y="146231"/>
                  </a:lnTo>
                  <a:lnTo>
                    <a:pt x="219927" y="141912"/>
                  </a:lnTo>
                  <a:lnTo>
                    <a:pt x="220865" y="134506"/>
                  </a:lnTo>
                  <a:lnTo>
                    <a:pt x="213593" y="133390"/>
                  </a:lnTo>
                  <a:lnTo>
                    <a:pt x="209223" y="132717"/>
                  </a:lnTo>
                  <a:lnTo>
                    <a:pt x="199600" y="133300"/>
                  </a:lnTo>
                  <a:lnTo>
                    <a:pt x="194643" y="133268"/>
                  </a:lnTo>
                  <a:lnTo>
                    <a:pt x="194704" y="128159"/>
                  </a:lnTo>
                  <a:lnTo>
                    <a:pt x="194661" y="123029"/>
                  </a:lnTo>
                  <a:lnTo>
                    <a:pt x="194661" y="117918"/>
                  </a:lnTo>
                  <a:lnTo>
                    <a:pt x="194365" y="109487"/>
                  </a:lnTo>
                  <a:lnTo>
                    <a:pt x="190995" y="106094"/>
                  </a:lnTo>
                  <a:lnTo>
                    <a:pt x="180830" y="105616"/>
                  </a:lnTo>
                  <a:lnTo>
                    <a:pt x="160148" y="105929"/>
                  </a:lnTo>
                  <a:lnTo>
                    <a:pt x="154936" y="105929"/>
                  </a:lnTo>
                  <a:lnTo>
                    <a:pt x="149716" y="105962"/>
                  </a:lnTo>
                  <a:lnTo>
                    <a:pt x="144506" y="105962"/>
                  </a:lnTo>
                  <a:lnTo>
                    <a:pt x="141190" y="105962"/>
                  </a:lnTo>
                  <a:lnTo>
                    <a:pt x="140686" y="105177"/>
                  </a:lnTo>
                  <a:lnTo>
                    <a:pt x="138732" y="103682"/>
                  </a:lnTo>
                  <a:lnTo>
                    <a:pt x="133986" y="100183"/>
                  </a:lnTo>
                  <a:lnTo>
                    <a:pt x="126600" y="94741"/>
                  </a:lnTo>
                  <a:lnTo>
                    <a:pt x="119750" y="89517"/>
                  </a:lnTo>
                  <a:lnTo>
                    <a:pt x="116610" y="86669"/>
                  </a:lnTo>
                  <a:lnTo>
                    <a:pt x="116606" y="75722"/>
                  </a:lnTo>
                  <a:lnTo>
                    <a:pt x="124278" y="75994"/>
                  </a:lnTo>
                  <a:lnTo>
                    <a:pt x="131316" y="76096"/>
                  </a:lnTo>
                  <a:lnTo>
                    <a:pt x="137082" y="75037"/>
                  </a:lnTo>
                  <a:lnTo>
                    <a:pt x="140939" y="71827"/>
                  </a:lnTo>
                  <a:lnTo>
                    <a:pt x="142450" y="69235"/>
                  </a:lnTo>
                  <a:lnTo>
                    <a:pt x="142140" y="56926"/>
                  </a:lnTo>
                  <a:lnTo>
                    <a:pt x="132278" y="49719"/>
                  </a:lnTo>
                  <a:lnTo>
                    <a:pt x="120980" y="50233"/>
                  </a:lnTo>
                  <a:lnTo>
                    <a:pt x="116606" y="50258"/>
                  </a:lnTo>
                  <a:lnTo>
                    <a:pt x="116602" y="43113"/>
                  </a:lnTo>
                  <a:lnTo>
                    <a:pt x="115799" y="42184"/>
                  </a:lnTo>
                  <a:lnTo>
                    <a:pt x="117960" y="41089"/>
                  </a:lnTo>
                  <a:lnTo>
                    <a:pt x="118269" y="40932"/>
                  </a:lnTo>
                  <a:lnTo>
                    <a:pt x="119349" y="40600"/>
                  </a:lnTo>
                  <a:lnTo>
                    <a:pt x="119771" y="40441"/>
                  </a:lnTo>
                  <a:lnTo>
                    <a:pt x="123302" y="39117"/>
                  </a:lnTo>
                  <a:lnTo>
                    <a:pt x="125862" y="36774"/>
                  </a:lnTo>
                  <a:lnTo>
                    <a:pt x="128177" y="34178"/>
                  </a:lnTo>
                  <a:lnTo>
                    <a:pt x="132772" y="23866"/>
                  </a:lnTo>
                  <a:lnTo>
                    <a:pt x="131125" y="12775"/>
                  </a:lnTo>
                  <a:lnTo>
                    <a:pt x="124038" y="3842"/>
                  </a:lnTo>
                  <a:lnTo>
                    <a:pt x="112312" y="0"/>
                  </a:lnTo>
                  <a:lnTo>
                    <a:pt x="98964" y="4263"/>
                  </a:lnTo>
                  <a:lnTo>
                    <a:pt x="91885" y="14939"/>
                  </a:lnTo>
                  <a:lnTo>
                    <a:pt x="91958" y="27739"/>
                  </a:lnTo>
                  <a:lnTo>
                    <a:pt x="100068" y="38375"/>
                  </a:lnTo>
                  <a:lnTo>
                    <a:pt x="101997" y="39635"/>
                  </a:lnTo>
                  <a:lnTo>
                    <a:pt x="105021" y="40413"/>
                  </a:lnTo>
                  <a:lnTo>
                    <a:pt x="107081" y="41756"/>
                  </a:lnTo>
                  <a:close/>
                </a:path>
              </a:pathLst>
            </a:custGeom>
            <a:ln w="7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38003" y="5323318"/>
              <a:ext cx="153878" cy="12460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54295" y="5205779"/>
              <a:ext cx="210265" cy="215193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732356" y="5090658"/>
            <a:ext cx="1588770" cy="30162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57785" algn="ctr">
              <a:lnSpc>
                <a:spcPct val="100000"/>
              </a:lnSpc>
              <a:spcBef>
                <a:spcPts val="200"/>
              </a:spcBef>
            </a:pPr>
            <a:r>
              <a:rPr sz="850" b="1" spc="-30" dirty="0">
                <a:solidFill>
                  <a:srgbClr val="1A254F"/>
                </a:solidFill>
                <a:latin typeface="Arial"/>
                <a:cs typeface="Arial"/>
              </a:rPr>
              <a:t>Category</a:t>
            </a:r>
            <a:endParaRPr sz="850">
              <a:latin typeface="Arial"/>
              <a:cs typeface="Arial"/>
            </a:endParaRPr>
          </a:p>
          <a:p>
            <a:pPr marL="47625" algn="ctr">
              <a:lnSpc>
                <a:spcPct val="100000"/>
              </a:lnSpc>
              <a:spcBef>
                <a:spcPts val="90"/>
              </a:spcBef>
            </a:pP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Thematic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483893" y="5043056"/>
            <a:ext cx="1534160" cy="464820"/>
            <a:chOff x="3483893" y="5043056"/>
            <a:chExt cx="1534160" cy="464820"/>
          </a:xfrm>
        </p:grpSpPr>
        <p:sp>
          <p:nvSpPr>
            <p:cNvPr id="43" name="object 43"/>
            <p:cNvSpPr/>
            <p:nvPr/>
          </p:nvSpPr>
          <p:spPr>
            <a:xfrm>
              <a:off x="3483893" y="5166838"/>
              <a:ext cx="1513840" cy="340995"/>
            </a:xfrm>
            <a:custGeom>
              <a:avLst/>
              <a:gdLst/>
              <a:ahLst/>
              <a:cxnLst/>
              <a:rect l="l" t="t" r="r" b="b"/>
              <a:pathLst>
                <a:path w="1513839" h="340995">
                  <a:moveTo>
                    <a:pt x="1486294" y="0"/>
                  </a:moveTo>
                  <a:lnTo>
                    <a:pt x="27204" y="0"/>
                  </a:lnTo>
                  <a:lnTo>
                    <a:pt x="16640" y="2146"/>
                  </a:lnTo>
                  <a:lnTo>
                    <a:pt x="7990" y="7990"/>
                  </a:lnTo>
                  <a:lnTo>
                    <a:pt x="2146" y="16641"/>
                  </a:lnTo>
                  <a:lnTo>
                    <a:pt x="0" y="27205"/>
                  </a:lnTo>
                  <a:lnTo>
                    <a:pt x="0" y="313448"/>
                  </a:lnTo>
                  <a:lnTo>
                    <a:pt x="2156" y="324012"/>
                  </a:lnTo>
                  <a:lnTo>
                    <a:pt x="8018" y="332662"/>
                  </a:lnTo>
                  <a:lnTo>
                    <a:pt x="16672" y="338507"/>
                  </a:lnTo>
                  <a:lnTo>
                    <a:pt x="27204" y="340653"/>
                  </a:lnTo>
                  <a:lnTo>
                    <a:pt x="1486294" y="340653"/>
                  </a:lnTo>
                  <a:lnTo>
                    <a:pt x="1496827" y="338496"/>
                  </a:lnTo>
                  <a:lnTo>
                    <a:pt x="1505481" y="332634"/>
                  </a:lnTo>
                  <a:lnTo>
                    <a:pt x="1511343" y="323980"/>
                  </a:lnTo>
                  <a:lnTo>
                    <a:pt x="1513500" y="313448"/>
                  </a:lnTo>
                  <a:lnTo>
                    <a:pt x="1513500" y="27205"/>
                  </a:lnTo>
                  <a:lnTo>
                    <a:pt x="1511354" y="16672"/>
                  </a:lnTo>
                  <a:lnTo>
                    <a:pt x="1505510" y="8018"/>
                  </a:lnTo>
                  <a:lnTo>
                    <a:pt x="1496859" y="2156"/>
                  </a:lnTo>
                  <a:lnTo>
                    <a:pt x="1486294" y="0"/>
                  </a:lnTo>
                  <a:close/>
                </a:path>
              </a:pathLst>
            </a:custGeom>
            <a:solidFill>
              <a:srgbClr val="DE5B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45634" y="5043056"/>
              <a:ext cx="1372235" cy="448945"/>
            </a:xfrm>
            <a:custGeom>
              <a:avLst/>
              <a:gdLst/>
              <a:ahLst/>
              <a:cxnLst/>
              <a:rect l="l" t="t" r="r" b="b"/>
              <a:pathLst>
                <a:path w="1372235" h="448945">
                  <a:moveTo>
                    <a:pt x="1372161" y="0"/>
                  </a:moveTo>
                  <a:lnTo>
                    <a:pt x="0" y="0"/>
                  </a:lnTo>
                  <a:lnTo>
                    <a:pt x="0" y="448837"/>
                  </a:lnTo>
                  <a:lnTo>
                    <a:pt x="1372161" y="448837"/>
                  </a:lnTo>
                  <a:lnTo>
                    <a:pt x="1372161" y="0"/>
                  </a:lnTo>
                  <a:close/>
                </a:path>
              </a:pathLst>
            </a:custGeom>
            <a:solidFill>
              <a:srgbClr val="AFB0B0">
                <a:alpha val="9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666636" y="5063457"/>
              <a:ext cx="1330960" cy="408305"/>
            </a:xfrm>
            <a:custGeom>
              <a:avLst/>
              <a:gdLst/>
              <a:ahLst/>
              <a:cxnLst/>
              <a:rect l="l" t="t" r="r" b="b"/>
              <a:pathLst>
                <a:path w="1330960" h="408304">
                  <a:moveTo>
                    <a:pt x="1303551" y="0"/>
                  </a:moveTo>
                  <a:lnTo>
                    <a:pt x="28342" y="0"/>
                  </a:lnTo>
                  <a:lnTo>
                    <a:pt x="16683" y="2458"/>
                  </a:lnTo>
                  <a:lnTo>
                    <a:pt x="6209" y="8822"/>
                  </a:lnTo>
                  <a:lnTo>
                    <a:pt x="0" y="17576"/>
                  </a:lnTo>
                  <a:lnTo>
                    <a:pt x="1137" y="27204"/>
                  </a:lnTo>
                  <a:lnTo>
                    <a:pt x="217136" y="380828"/>
                  </a:lnTo>
                  <a:lnTo>
                    <a:pt x="222578" y="390457"/>
                  </a:lnTo>
                  <a:lnTo>
                    <a:pt x="228078" y="399212"/>
                  </a:lnTo>
                  <a:lnTo>
                    <a:pt x="234908" y="405576"/>
                  </a:lnTo>
                  <a:lnTo>
                    <a:pt x="244342" y="408034"/>
                  </a:lnTo>
                  <a:lnTo>
                    <a:pt x="1303551" y="408034"/>
                  </a:lnTo>
                  <a:lnTo>
                    <a:pt x="1314079" y="405875"/>
                  </a:lnTo>
                  <a:lnTo>
                    <a:pt x="1322734" y="400011"/>
                  </a:lnTo>
                  <a:lnTo>
                    <a:pt x="1328599" y="391356"/>
                  </a:lnTo>
                  <a:lnTo>
                    <a:pt x="1330757" y="380828"/>
                  </a:lnTo>
                  <a:lnTo>
                    <a:pt x="1330757" y="27204"/>
                  </a:lnTo>
                  <a:lnTo>
                    <a:pt x="1328611" y="16667"/>
                  </a:lnTo>
                  <a:lnTo>
                    <a:pt x="1322766" y="8014"/>
                  </a:lnTo>
                  <a:lnTo>
                    <a:pt x="1314116" y="2155"/>
                  </a:lnTo>
                  <a:lnTo>
                    <a:pt x="13035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53787" y="5160668"/>
              <a:ext cx="220979" cy="259079"/>
            </a:xfrm>
            <a:custGeom>
              <a:avLst/>
              <a:gdLst/>
              <a:ahLst/>
              <a:cxnLst/>
              <a:rect l="l" t="t" r="r" b="b"/>
              <a:pathLst>
                <a:path w="220979" h="259079">
                  <a:moveTo>
                    <a:pt x="107080" y="41756"/>
                  </a:moveTo>
                  <a:lnTo>
                    <a:pt x="107160" y="50266"/>
                  </a:lnTo>
                  <a:lnTo>
                    <a:pt x="101947" y="50233"/>
                  </a:lnTo>
                  <a:lnTo>
                    <a:pt x="93364" y="49758"/>
                  </a:lnTo>
                  <a:lnTo>
                    <a:pt x="88541" y="50323"/>
                  </a:lnTo>
                  <a:lnTo>
                    <a:pt x="82144" y="51075"/>
                  </a:lnTo>
                  <a:lnTo>
                    <a:pt x="81873" y="56061"/>
                  </a:lnTo>
                  <a:lnTo>
                    <a:pt x="81869" y="62746"/>
                  </a:lnTo>
                  <a:lnTo>
                    <a:pt x="81869" y="69410"/>
                  </a:lnTo>
                  <a:lnTo>
                    <a:pt x="81844" y="74602"/>
                  </a:lnTo>
                  <a:lnTo>
                    <a:pt x="88134" y="75610"/>
                  </a:lnTo>
                  <a:lnTo>
                    <a:pt x="92443" y="76301"/>
                  </a:lnTo>
                  <a:lnTo>
                    <a:pt x="102192" y="75678"/>
                  </a:lnTo>
                  <a:lnTo>
                    <a:pt x="107145" y="75746"/>
                  </a:lnTo>
                  <a:lnTo>
                    <a:pt x="107135" y="87158"/>
                  </a:lnTo>
                  <a:lnTo>
                    <a:pt x="85217" y="103524"/>
                  </a:lnTo>
                  <a:lnTo>
                    <a:pt x="83309" y="104938"/>
                  </a:lnTo>
                  <a:lnTo>
                    <a:pt x="82730" y="105933"/>
                  </a:lnTo>
                  <a:lnTo>
                    <a:pt x="79623" y="105968"/>
                  </a:lnTo>
                  <a:lnTo>
                    <a:pt x="33370" y="105982"/>
                  </a:lnTo>
                  <a:lnTo>
                    <a:pt x="28155" y="106667"/>
                  </a:lnTo>
                  <a:lnTo>
                    <a:pt x="29072" y="112589"/>
                  </a:lnTo>
                  <a:lnTo>
                    <a:pt x="29072" y="117428"/>
                  </a:lnTo>
                  <a:lnTo>
                    <a:pt x="29072" y="122424"/>
                  </a:lnTo>
                  <a:lnTo>
                    <a:pt x="29346" y="128184"/>
                  </a:lnTo>
                  <a:lnTo>
                    <a:pt x="29108" y="133080"/>
                  </a:lnTo>
                  <a:lnTo>
                    <a:pt x="28975" y="135841"/>
                  </a:lnTo>
                  <a:lnTo>
                    <a:pt x="25778" y="137429"/>
                  </a:lnTo>
                  <a:lnTo>
                    <a:pt x="21627" y="140496"/>
                  </a:lnTo>
                  <a:lnTo>
                    <a:pt x="18336" y="142923"/>
                  </a:lnTo>
                  <a:lnTo>
                    <a:pt x="15946" y="144701"/>
                  </a:lnTo>
                  <a:lnTo>
                    <a:pt x="12634" y="147128"/>
                  </a:lnTo>
                  <a:lnTo>
                    <a:pt x="9571" y="149373"/>
                  </a:lnTo>
                  <a:lnTo>
                    <a:pt x="6568" y="151653"/>
                  </a:lnTo>
                  <a:lnTo>
                    <a:pt x="3641" y="153766"/>
                  </a:lnTo>
                  <a:lnTo>
                    <a:pt x="0" y="157279"/>
                  </a:lnTo>
                  <a:lnTo>
                    <a:pt x="440" y="160203"/>
                  </a:lnTo>
                  <a:lnTo>
                    <a:pt x="4546" y="163719"/>
                  </a:lnTo>
                  <a:lnTo>
                    <a:pt x="11904" y="169009"/>
                  </a:lnTo>
                  <a:lnTo>
                    <a:pt x="25375" y="178977"/>
                  </a:lnTo>
                  <a:lnTo>
                    <a:pt x="27023" y="180207"/>
                  </a:lnTo>
                  <a:lnTo>
                    <a:pt x="28830" y="180870"/>
                  </a:lnTo>
                  <a:lnTo>
                    <a:pt x="29087" y="182897"/>
                  </a:lnTo>
                  <a:lnTo>
                    <a:pt x="29378" y="185223"/>
                  </a:lnTo>
                  <a:lnTo>
                    <a:pt x="29234" y="195699"/>
                  </a:lnTo>
                  <a:lnTo>
                    <a:pt x="28957" y="198136"/>
                  </a:lnTo>
                  <a:lnTo>
                    <a:pt x="17711" y="198240"/>
                  </a:lnTo>
                  <a:lnTo>
                    <a:pt x="9888" y="198302"/>
                  </a:lnTo>
                  <a:lnTo>
                    <a:pt x="5321" y="201416"/>
                  </a:lnTo>
                  <a:lnTo>
                    <a:pt x="3843" y="210675"/>
                  </a:lnTo>
                  <a:lnTo>
                    <a:pt x="4781" y="219540"/>
                  </a:lnTo>
                  <a:lnTo>
                    <a:pt x="8440" y="223247"/>
                  </a:lnTo>
                  <a:lnTo>
                    <a:pt x="16118" y="223927"/>
                  </a:lnTo>
                  <a:lnTo>
                    <a:pt x="29108" y="223710"/>
                  </a:lnTo>
                  <a:lnTo>
                    <a:pt x="29083" y="228826"/>
                  </a:lnTo>
                  <a:lnTo>
                    <a:pt x="27578" y="239306"/>
                  </a:lnTo>
                  <a:lnTo>
                    <a:pt x="31369" y="241325"/>
                  </a:lnTo>
                  <a:lnTo>
                    <a:pt x="41067" y="241994"/>
                  </a:lnTo>
                  <a:lnTo>
                    <a:pt x="60320" y="242145"/>
                  </a:lnTo>
                  <a:lnTo>
                    <a:pt x="80104" y="242051"/>
                  </a:lnTo>
                  <a:lnTo>
                    <a:pt x="91396" y="241980"/>
                  </a:lnTo>
                  <a:lnTo>
                    <a:pt x="93972" y="249735"/>
                  </a:lnTo>
                  <a:lnTo>
                    <a:pt x="97382" y="254386"/>
                  </a:lnTo>
                  <a:lnTo>
                    <a:pt x="104982" y="257078"/>
                  </a:lnTo>
                  <a:lnTo>
                    <a:pt x="108834" y="258443"/>
                  </a:lnTo>
                  <a:lnTo>
                    <a:pt x="113492" y="258616"/>
                  </a:lnTo>
                  <a:lnTo>
                    <a:pt x="117549" y="257442"/>
                  </a:lnTo>
                  <a:lnTo>
                    <a:pt x="128247" y="250376"/>
                  </a:lnTo>
                  <a:lnTo>
                    <a:pt x="132712" y="239328"/>
                  </a:lnTo>
                  <a:lnTo>
                    <a:pt x="130589" y="227609"/>
                  </a:lnTo>
                  <a:lnTo>
                    <a:pt x="121528" y="218530"/>
                  </a:lnTo>
                  <a:lnTo>
                    <a:pt x="118201" y="217284"/>
                  </a:lnTo>
                  <a:lnTo>
                    <a:pt x="116795" y="216363"/>
                  </a:lnTo>
                  <a:lnTo>
                    <a:pt x="116524" y="212811"/>
                  </a:lnTo>
                  <a:lnTo>
                    <a:pt x="116606" y="203669"/>
                  </a:lnTo>
                  <a:lnTo>
                    <a:pt x="126815" y="203872"/>
                  </a:lnTo>
                  <a:lnTo>
                    <a:pt x="134328" y="203654"/>
                  </a:lnTo>
                  <a:lnTo>
                    <a:pt x="139333" y="201567"/>
                  </a:lnTo>
                  <a:lnTo>
                    <a:pt x="142015" y="196162"/>
                  </a:lnTo>
                  <a:lnTo>
                    <a:pt x="174452" y="196217"/>
                  </a:lnTo>
                  <a:lnTo>
                    <a:pt x="189859" y="195877"/>
                  </a:lnTo>
                  <a:lnTo>
                    <a:pt x="194506" y="191986"/>
                  </a:lnTo>
                  <a:lnTo>
                    <a:pt x="194662" y="181385"/>
                  </a:lnTo>
                  <a:lnTo>
                    <a:pt x="194662" y="173832"/>
                  </a:lnTo>
                  <a:lnTo>
                    <a:pt x="194701" y="166272"/>
                  </a:lnTo>
                  <a:lnTo>
                    <a:pt x="194647" y="158727"/>
                  </a:lnTo>
                  <a:lnTo>
                    <a:pt x="199888" y="158784"/>
                  </a:lnTo>
                  <a:lnTo>
                    <a:pt x="208298" y="159209"/>
                  </a:lnTo>
                  <a:lnTo>
                    <a:pt x="213223" y="158687"/>
                  </a:lnTo>
                  <a:lnTo>
                    <a:pt x="220728" y="157887"/>
                  </a:lnTo>
                  <a:lnTo>
                    <a:pt x="219933" y="150479"/>
                  </a:lnTo>
                  <a:lnTo>
                    <a:pt x="219930" y="146231"/>
                  </a:lnTo>
                  <a:lnTo>
                    <a:pt x="219926" y="141911"/>
                  </a:lnTo>
                  <a:lnTo>
                    <a:pt x="220866" y="134505"/>
                  </a:lnTo>
                  <a:lnTo>
                    <a:pt x="213594" y="133390"/>
                  </a:lnTo>
                  <a:lnTo>
                    <a:pt x="209224" y="132717"/>
                  </a:lnTo>
                  <a:lnTo>
                    <a:pt x="199601" y="133300"/>
                  </a:lnTo>
                  <a:lnTo>
                    <a:pt x="194643" y="133267"/>
                  </a:lnTo>
                  <a:lnTo>
                    <a:pt x="194705" y="128159"/>
                  </a:lnTo>
                  <a:lnTo>
                    <a:pt x="194662" y="123029"/>
                  </a:lnTo>
                  <a:lnTo>
                    <a:pt x="194662" y="117916"/>
                  </a:lnTo>
                  <a:lnTo>
                    <a:pt x="194365" y="109485"/>
                  </a:lnTo>
                  <a:lnTo>
                    <a:pt x="190995" y="106093"/>
                  </a:lnTo>
                  <a:lnTo>
                    <a:pt x="180830" y="105616"/>
                  </a:lnTo>
                  <a:lnTo>
                    <a:pt x="160148" y="105929"/>
                  </a:lnTo>
                  <a:lnTo>
                    <a:pt x="154935" y="105929"/>
                  </a:lnTo>
                  <a:lnTo>
                    <a:pt x="149715" y="105961"/>
                  </a:lnTo>
                  <a:lnTo>
                    <a:pt x="144506" y="105961"/>
                  </a:lnTo>
                  <a:lnTo>
                    <a:pt x="141191" y="105961"/>
                  </a:lnTo>
                  <a:lnTo>
                    <a:pt x="140687" y="105177"/>
                  </a:lnTo>
                  <a:lnTo>
                    <a:pt x="138731" y="103682"/>
                  </a:lnTo>
                  <a:lnTo>
                    <a:pt x="133985" y="100183"/>
                  </a:lnTo>
                  <a:lnTo>
                    <a:pt x="126600" y="94741"/>
                  </a:lnTo>
                  <a:lnTo>
                    <a:pt x="119750" y="89517"/>
                  </a:lnTo>
                  <a:lnTo>
                    <a:pt x="116610" y="86669"/>
                  </a:lnTo>
                  <a:lnTo>
                    <a:pt x="116606" y="75721"/>
                  </a:lnTo>
                  <a:lnTo>
                    <a:pt x="124278" y="75993"/>
                  </a:lnTo>
                  <a:lnTo>
                    <a:pt x="131316" y="76096"/>
                  </a:lnTo>
                  <a:lnTo>
                    <a:pt x="137082" y="75037"/>
                  </a:lnTo>
                  <a:lnTo>
                    <a:pt x="140938" y="71826"/>
                  </a:lnTo>
                  <a:lnTo>
                    <a:pt x="142451" y="69234"/>
                  </a:lnTo>
                  <a:lnTo>
                    <a:pt x="142141" y="56926"/>
                  </a:lnTo>
                  <a:lnTo>
                    <a:pt x="141284" y="54780"/>
                  </a:lnTo>
                  <a:lnTo>
                    <a:pt x="140517" y="52861"/>
                  </a:lnTo>
                  <a:lnTo>
                    <a:pt x="138303" y="50881"/>
                  </a:lnTo>
                  <a:lnTo>
                    <a:pt x="135899" y="50417"/>
                  </a:lnTo>
                  <a:lnTo>
                    <a:pt x="132277" y="49719"/>
                  </a:lnTo>
                  <a:lnTo>
                    <a:pt x="120980" y="50233"/>
                  </a:lnTo>
                  <a:lnTo>
                    <a:pt x="116606" y="50258"/>
                  </a:lnTo>
                  <a:lnTo>
                    <a:pt x="116602" y="43112"/>
                  </a:lnTo>
                  <a:lnTo>
                    <a:pt x="115800" y="42184"/>
                  </a:lnTo>
                  <a:lnTo>
                    <a:pt x="117960" y="41089"/>
                  </a:lnTo>
                  <a:lnTo>
                    <a:pt x="118269" y="40930"/>
                  </a:lnTo>
                  <a:lnTo>
                    <a:pt x="119349" y="40600"/>
                  </a:lnTo>
                  <a:lnTo>
                    <a:pt x="119770" y="40441"/>
                  </a:lnTo>
                  <a:lnTo>
                    <a:pt x="123302" y="39117"/>
                  </a:lnTo>
                  <a:lnTo>
                    <a:pt x="125862" y="36772"/>
                  </a:lnTo>
                  <a:lnTo>
                    <a:pt x="128176" y="34178"/>
                  </a:lnTo>
                  <a:lnTo>
                    <a:pt x="132771" y="23865"/>
                  </a:lnTo>
                  <a:lnTo>
                    <a:pt x="131124" y="12775"/>
                  </a:lnTo>
                  <a:lnTo>
                    <a:pt x="124037" y="3841"/>
                  </a:lnTo>
                  <a:lnTo>
                    <a:pt x="112311" y="0"/>
                  </a:lnTo>
                  <a:lnTo>
                    <a:pt x="98964" y="4262"/>
                  </a:lnTo>
                  <a:lnTo>
                    <a:pt x="91884" y="14938"/>
                  </a:lnTo>
                  <a:lnTo>
                    <a:pt x="91958" y="27739"/>
                  </a:lnTo>
                  <a:lnTo>
                    <a:pt x="100067" y="38375"/>
                  </a:lnTo>
                  <a:lnTo>
                    <a:pt x="101997" y="39635"/>
                  </a:lnTo>
                  <a:lnTo>
                    <a:pt x="105021" y="40412"/>
                  </a:lnTo>
                  <a:lnTo>
                    <a:pt x="107080" y="41756"/>
                  </a:lnTo>
                  <a:close/>
                </a:path>
              </a:pathLst>
            </a:custGeom>
            <a:ln w="7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88706" y="5272141"/>
              <a:ext cx="153878" cy="124603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3321075" y="5032953"/>
            <a:ext cx="1732914" cy="426084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200"/>
              </a:spcBef>
            </a:pPr>
            <a:r>
              <a:rPr sz="850" b="1" spc="90" dirty="0">
                <a:solidFill>
                  <a:srgbClr val="1A254F"/>
                </a:solidFill>
                <a:latin typeface="Arial"/>
                <a:cs typeface="Arial"/>
              </a:rPr>
              <a:t>M</a:t>
            </a:r>
            <a:r>
              <a:rPr sz="850" b="1" spc="-35" dirty="0">
                <a:solidFill>
                  <a:srgbClr val="1A254F"/>
                </a:solidFill>
                <a:latin typeface="Arial"/>
                <a:cs typeface="Arial"/>
              </a:rPr>
              <a:t>inimum</a:t>
            </a:r>
            <a:r>
              <a:rPr sz="850" b="1" spc="-65" dirty="0">
                <a:solidFill>
                  <a:srgbClr val="1A254F"/>
                </a:solidFill>
                <a:latin typeface="Arial"/>
                <a:cs typeface="Arial"/>
              </a:rPr>
              <a:t> </a:t>
            </a:r>
            <a:r>
              <a:rPr sz="850" b="1" spc="-35" dirty="0">
                <a:solidFill>
                  <a:srgbClr val="1A254F"/>
                </a:solidFill>
                <a:latin typeface="Arial"/>
                <a:cs typeface="Arial"/>
              </a:rPr>
              <a:t>Applic</a:t>
            </a:r>
            <a:r>
              <a:rPr sz="850" b="1" spc="-45" dirty="0">
                <a:solidFill>
                  <a:srgbClr val="1A254F"/>
                </a:solidFill>
                <a:latin typeface="Arial"/>
                <a:cs typeface="Arial"/>
              </a:rPr>
              <a:t>a</a:t>
            </a:r>
            <a:r>
              <a:rPr sz="850" b="1" spc="-10" dirty="0">
                <a:solidFill>
                  <a:srgbClr val="1A254F"/>
                </a:solidFill>
                <a:latin typeface="Arial"/>
                <a:cs typeface="Arial"/>
              </a:rPr>
              <a:t>tion</a:t>
            </a:r>
            <a:endParaRPr sz="850">
              <a:latin typeface="Arial"/>
              <a:cs typeface="Arial"/>
            </a:endParaRPr>
          </a:p>
          <a:p>
            <a:pPr marL="568960" marR="159385">
              <a:lnSpc>
                <a:spcPct val="101899"/>
              </a:lnSpc>
              <a:spcBef>
                <a:spcPts val="75"/>
              </a:spcBef>
            </a:pPr>
            <a:r>
              <a:rPr sz="800" spc="-20" dirty="0">
                <a:solidFill>
                  <a:srgbClr val="151616"/>
                </a:solidFill>
                <a:latin typeface="Trebuchet MS"/>
                <a:cs typeface="Trebuchet MS"/>
              </a:rPr>
              <a:t>`</a:t>
            </a:r>
            <a:r>
              <a:rPr sz="800" spc="-90" dirty="0">
                <a:solidFill>
                  <a:srgbClr val="151616"/>
                </a:solidFill>
                <a:latin typeface="Trebuchet MS"/>
                <a:cs typeface="Trebuchet MS"/>
              </a:rPr>
              <a:t> </a:t>
            </a:r>
            <a:r>
              <a:rPr sz="800" spc="30" dirty="0">
                <a:solidFill>
                  <a:srgbClr val="151616"/>
                </a:solidFill>
                <a:latin typeface="Arial MT"/>
                <a:cs typeface="Arial MT"/>
              </a:rPr>
              <a:t>5000</a:t>
            </a:r>
            <a:r>
              <a:rPr sz="800" spc="-30" dirty="0">
                <a:solidFill>
                  <a:srgbClr val="151616"/>
                </a:solidFill>
                <a:latin typeface="Arial MT"/>
                <a:cs typeface="Arial MT"/>
              </a:rPr>
              <a:t>/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-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&amp;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multiples  </a:t>
            </a:r>
            <a:r>
              <a:rPr sz="800" spc="20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51616"/>
                </a:solidFill>
                <a:latin typeface="Trebuchet MS"/>
                <a:cs typeface="Trebuchet MS"/>
              </a:rPr>
              <a:t>`</a:t>
            </a:r>
            <a:r>
              <a:rPr sz="800" spc="-90" dirty="0">
                <a:solidFill>
                  <a:srgbClr val="151616"/>
                </a:solidFill>
                <a:latin typeface="Trebuchet MS"/>
                <a:cs typeface="Trebuchet MS"/>
              </a:rPr>
              <a:t>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1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thereafter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49" name="object 4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12634" y="5195275"/>
            <a:ext cx="267107" cy="242070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306453" y="5043056"/>
            <a:ext cx="1426210" cy="464820"/>
            <a:chOff x="306453" y="5043056"/>
            <a:chExt cx="1426210" cy="464820"/>
          </a:xfrm>
        </p:grpSpPr>
        <p:sp>
          <p:nvSpPr>
            <p:cNvPr id="51" name="object 51"/>
            <p:cNvSpPr/>
            <p:nvPr/>
          </p:nvSpPr>
          <p:spPr>
            <a:xfrm>
              <a:off x="306453" y="5166838"/>
              <a:ext cx="1405890" cy="340995"/>
            </a:xfrm>
            <a:custGeom>
              <a:avLst/>
              <a:gdLst/>
              <a:ahLst/>
              <a:cxnLst/>
              <a:rect l="l" t="t" r="r" b="b"/>
              <a:pathLst>
                <a:path w="1405889" h="340995">
                  <a:moveTo>
                    <a:pt x="1378295" y="0"/>
                  </a:moveTo>
                  <a:lnTo>
                    <a:pt x="27204" y="0"/>
                  </a:lnTo>
                  <a:lnTo>
                    <a:pt x="16640" y="2146"/>
                  </a:lnTo>
                  <a:lnTo>
                    <a:pt x="7990" y="7990"/>
                  </a:lnTo>
                  <a:lnTo>
                    <a:pt x="2146" y="16641"/>
                  </a:lnTo>
                  <a:lnTo>
                    <a:pt x="0" y="27205"/>
                  </a:lnTo>
                  <a:lnTo>
                    <a:pt x="0" y="313448"/>
                  </a:lnTo>
                  <a:lnTo>
                    <a:pt x="2156" y="324012"/>
                  </a:lnTo>
                  <a:lnTo>
                    <a:pt x="8017" y="332662"/>
                  </a:lnTo>
                  <a:lnTo>
                    <a:pt x="16671" y="338507"/>
                  </a:lnTo>
                  <a:lnTo>
                    <a:pt x="27204" y="340653"/>
                  </a:lnTo>
                  <a:lnTo>
                    <a:pt x="1378295" y="340653"/>
                  </a:lnTo>
                  <a:lnTo>
                    <a:pt x="1388829" y="338497"/>
                  </a:lnTo>
                  <a:lnTo>
                    <a:pt x="1397483" y="332636"/>
                  </a:lnTo>
                  <a:lnTo>
                    <a:pt x="1403344" y="323982"/>
                  </a:lnTo>
                  <a:lnTo>
                    <a:pt x="1405501" y="313448"/>
                  </a:lnTo>
                  <a:lnTo>
                    <a:pt x="1405501" y="27205"/>
                  </a:lnTo>
                  <a:lnTo>
                    <a:pt x="1403355" y="16671"/>
                  </a:lnTo>
                  <a:lnTo>
                    <a:pt x="1397510" y="8017"/>
                  </a:lnTo>
                  <a:lnTo>
                    <a:pt x="1388860" y="2156"/>
                  </a:lnTo>
                  <a:lnTo>
                    <a:pt x="1378295" y="0"/>
                  </a:lnTo>
                  <a:close/>
                </a:path>
              </a:pathLst>
            </a:custGeom>
            <a:solidFill>
              <a:srgbClr val="DE5B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68194" y="5043056"/>
              <a:ext cx="1264285" cy="448945"/>
            </a:xfrm>
            <a:custGeom>
              <a:avLst/>
              <a:gdLst/>
              <a:ahLst/>
              <a:cxnLst/>
              <a:rect l="l" t="t" r="r" b="b"/>
              <a:pathLst>
                <a:path w="1264285" h="448945">
                  <a:moveTo>
                    <a:pt x="1264161" y="0"/>
                  </a:moveTo>
                  <a:lnTo>
                    <a:pt x="0" y="0"/>
                  </a:lnTo>
                  <a:lnTo>
                    <a:pt x="0" y="448837"/>
                  </a:lnTo>
                  <a:lnTo>
                    <a:pt x="1264161" y="448837"/>
                  </a:lnTo>
                  <a:lnTo>
                    <a:pt x="1264161" y="0"/>
                  </a:lnTo>
                  <a:close/>
                </a:path>
              </a:pathLst>
            </a:custGeom>
            <a:solidFill>
              <a:srgbClr val="AFB0B0">
                <a:alpha val="9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89197" y="5063457"/>
              <a:ext cx="1223010" cy="408305"/>
            </a:xfrm>
            <a:custGeom>
              <a:avLst/>
              <a:gdLst/>
              <a:ahLst/>
              <a:cxnLst/>
              <a:rect l="l" t="t" r="r" b="b"/>
              <a:pathLst>
                <a:path w="1223010" h="408304">
                  <a:moveTo>
                    <a:pt x="1195551" y="0"/>
                  </a:moveTo>
                  <a:lnTo>
                    <a:pt x="28341" y="0"/>
                  </a:lnTo>
                  <a:lnTo>
                    <a:pt x="16683" y="2458"/>
                  </a:lnTo>
                  <a:lnTo>
                    <a:pt x="6209" y="8822"/>
                  </a:lnTo>
                  <a:lnTo>
                    <a:pt x="0" y="17576"/>
                  </a:lnTo>
                  <a:lnTo>
                    <a:pt x="1136" y="27204"/>
                  </a:lnTo>
                  <a:lnTo>
                    <a:pt x="217137" y="380828"/>
                  </a:lnTo>
                  <a:lnTo>
                    <a:pt x="222578" y="390457"/>
                  </a:lnTo>
                  <a:lnTo>
                    <a:pt x="228077" y="399212"/>
                  </a:lnTo>
                  <a:lnTo>
                    <a:pt x="234907" y="405576"/>
                  </a:lnTo>
                  <a:lnTo>
                    <a:pt x="244341" y="408034"/>
                  </a:lnTo>
                  <a:lnTo>
                    <a:pt x="1195551" y="408034"/>
                  </a:lnTo>
                  <a:lnTo>
                    <a:pt x="1206081" y="405876"/>
                  </a:lnTo>
                  <a:lnTo>
                    <a:pt x="1214735" y="400012"/>
                  </a:lnTo>
                  <a:lnTo>
                    <a:pt x="1220599" y="391358"/>
                  </a:lnTo>
                  <a:lnTo>
                    <a:pt x="1222757" y="380828"/>
                  </a:lnTo>
                  <a:lnTo>
                    <a:pt x="1222757" y="27204"/>
                  </a:lnTo>
                  <a:lnTo>
                    <a:pt x="1220611" y="16666"/>
                  </a:lnTo>
                  <a:lnTo>
                    <a:pt x="1214766" y="8013"/>
                  </a:lnTo>
                  <a:lnTo>
                    <a:pt x="1206116" y="2154"/>
                  </a:lnTo>
                  <a:lnTo>
                    <a:pt x="11955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7042" y="5205779"/>
              <a:ext cx="210265" cy="215193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468194" y="5104731"/>
            <a:ext cx="1588770" cy="30162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200"/>
              </a:spcBef>
            </a:pPr>
            <a:r>
              <a:rPr sz="850" b="1" spc="-70" dirty="0">
                <a:solidFill>
                  <a:srgbClr val="1A254F"/>
                </a:solidFill>
                <a:latin typeface="Arial"/>
                <a:cs typeface="Arial"/>
              </a:rPr>
              <a:t>F</a:t>
            </a:r>
            <a:r>
              <a:rPr sz="850" b="1" spc="-40" dirty="0">
                <a:solidFill>
                  <a:srgbClr val="1A254F"/>
                </a:solidFill>
                <a:latin typeface="Arial"/>
                <a:cs typeface="Arial"/>
              </a:rPr>
              <a:t>und</a:t>
            </a:r>
            <a:r>
              <a:rPr sz="850" b="1" spc="-35" dirty="0">
                <a:solidFill>
                  <a:srgbClr val="1A254F"/>
                </a:solidFill>
                <a:latin typeface="Arial"/>
                <a:cs typeface="Arial"/>
              </a:rPr>
              <a:t> </a:t>
            </a:r>
            <a:r>
              <a:rPr sz="850" b="1" spc="85" dirty="0">
                <a:solidFill>
                  <a:srgbClr val="1A254F"/>
                </a:solidFill>
                <a:latin typeface="Arial"/>
                <a:cs typeface="Arial"/>
              </a:rPr>
              <a:t>M</a:t>
            </a:r>
            <a:r>
              <a:rPr sz="850" b="1" spc="-45" dirty="0">
                <a:solidFill>
                  <a:srgbClr val="1A254F"/>
                </a:solidFill>
                <a:latin typeface="Arial"/>
                <a:cs typeface="Arial"/>
              </a:rPr>
              <a:t>ana</a:t>
            </a:r>
            <a:r>
              <a:rPr sz="850" b="1" spc="-60" dirty="0">
                <a:solidFill>
                  <a:srgbClr val="1A254F"/>
                </a:solidFill>
                <a:latin typeface="Arial"/>
                <a:cs typeface="Arial"/>
              </a:rPr>
              <a:t>g</a:t>
            </a:r>
            <a:r>
              <a:rPr sz="850" b="1" dirty="0">
                <a:solidFill>
                  <a:srgbClr val="1A254F"/>
                </a:solidFill>
                <a:latin typeface="Arial"/>
                <a:cs typeface="Arial"/>
              </a:rPr>
              <a:t>er*</a:t>
            </a:r>
            <a:endParaRPr sz="850">
              <a:latin typeface="Arial"/>
              <a:cs typeface="Arial"/>
            </a:endParaRPr>
          </a:p>
          <a:p>
            <a:pPr marL="282575">
              <a:lnSpc>
                <a:spcPct val="100000"/>
              </a:lnSpc>
              <a:spcBef>
                <a:spcPts val="90"/>
              </a:spcBef>
            </a:pPr>
            <a:r>
              <a:rPr sz="800" spc="85" dirty="0">
                <a:solidFill>
                  <a:srgbClr val="151616"/>
                </a:solidFill>
                <a:latin typeface="Arial MT"/>
                <a:cs typeface="Arial MT"/>
              </a:rPr>
              <a:t>M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r</a:t>
            </a:r>
            <a:r>
              <a:rPr sz="800" spc="-55" dirty="0">
                <a:solidFill>
                  <a:srgbClr val="151616"/>
                </a:solidFill>
                <a:latin typeface="Arial MT"/>
                <a:cs typeface="Arial MT"/>
              </a:rPr>
              <a:t>.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20" dirty="0">
                <a:solidFill>
                  <a:srgbClr val="151616"/>
                </a:solidFill>
                <a:latin typeface="Arial MT"/>
                <a:cs typeface="Arial MT"/>
              </a:rPr>
              <a:t>T</a:t>
            </a:r>
            <a:r>
              <a:rPr sz="800" spc="-25" dirty="0">
                <a:solidFill>
                  <a:srgbClr val="151616"/>
                </a:solidFill>
                <a:latin typeface="Arial MT"/>
                <a:cs typeface="Arial MT"/>
              </a:rPr>
              <a:t>anm</a:t>
            </a:r>
            <a:r>
              <a:rPr sz="800" spc="-35" dirty="0">
                <a:solidFill>
                  <a:srgbClr val="151616"/>
                </a:solidFill>
                <a:latin typeface="Arial MT"/>
                <a:cs typeface="Arial MT"/>
              </a:rPr>
              <a:t>a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y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Desai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306453" y="6107630"/>
            <a:ext cx="4755515" cy="963930"/>
            <a:chOff x="306453" y="6107630"/>
            <a:chExt cx="4755515" cy="963930"/>
          </a:xfrm>
        </p:grpSpPr>
        <p:sp>
          <p:nvSpPr>
            <p:cNvPr id="57" name="object 57"/>
            <p:cNvSpPr/>
            <p:nvPr/>
          </p:nvSpPr>
          <p:spPr>
            <a:xfrm>
              <a:off x="306453" y="6686812"/>
              <a:ext cx="4711700" cy="377190"/>
            </a:xfrm>
            <a:custGeom>
              <a:avLst/>
              <a:gdLst/>
              <a:ahLst/>
              <a:cxnLst/>
              <a:rect l="l" t="t" r="r" b="b"/>
              <a:pathLst>
                <a:path w="4711700" h="377190">
                  <a:moveTo>
                    <a:pt x="4684135" y="0"/>
                  </a:moveTo>
                  <a:lnTo>
                    <a:pt x="27204" y="0"/>
                  </a:lnTo>
                  <a:lnTo>
                    <a:pt x="16640" y="2146"/>
                  </a:lnTo>
                  <a:lnTo>
                    <a:pt x="7990" y="7990"/>
                  </a:lnTo>
                  <a:lnTo>
                    <a:pt x="2146" y="16640"/>
                  </a:lnTo>
                  <a:lnTo>
                    <a:pt x="0" y="27204"/>
                  </a:lnTo>
                  <a:lnTo>
                    <a:pt x="0" y="349448"/>
                  </a:lnTo>
                  <a:lnTo>
                    <a:pt x="2152" y="360012"/>
                  </a:lnTo>
                  <a:lnTo>
                    <a:pt x="8006" y="368663"/>
                  </a:lnTo>
                  <a:lnTo>
                    <a:pt x="16659" y="374507"/>
                  </a:lnTo>
                  <a:lnTo>
                    <a:pt x="27204" y="376654"/>
                  </a:lnTo>
                  <a:lnTo>
                    <a:pt x="4684135" y="376654"/>
                  </a:lnTo>
                  <a:lnTo>
                    <a:pt x="4694682" y="374501"/>
                  </a:lnTo>
                  <a:lnTo>
                    <a:pt x="4703334" y="368647"/>
                  </a:lnTo>
                  <a:lnTo>
                    <a:pt x="4709189" y="359994"/>
                  </a:lnTo>
                  <a:lnTo>
                    <a:pt x="4711341" y="349448"/>
                  </a:lnTo>
                  <a:lnTo>
                    <a:pt x="4711341" y="27204"/>
                  </a:lnTo>
                  <a:lnTo>
                    <a:pt x="4709195" y="16659"/>
                  </a:lnTo>
                  <a:lnTo>
                    <a:pt x="4703351" y="8006"/>
                  </a:lnTo>
                  <a:lnTo>
                    <a:pt x="4694700" y="2152"/>
                  </a:lnTo>
                  <a:lnTo>
                    <a:pt x="4684135" y="0"/>
                  </a:lnTo>
                  <a:close/>
                </a:path>
              </a:pathLst>
            </a:custGeom>
            <a:solidFill>
              <a:srgbClr val="DE5B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5820" y="6107630"/>
              <a:ext cx="4615815" cy="963930"/>
            </a:xfrm>
            <a:custGeom>
              <a:avLst/>
              <a:gdLst/>
              <a:ahLst/>
              <a:cxnLst/>
              <a:rect l="l" t="t" r="r" b="b"/>
              <a:pathLst>
                <a:path w="4615815" h="963929">
                  <a:moveTo>
                    <a:pt x="4615775" y="0"/>
                  </a:moveTo>
                  <a:lnTo>
                    <a:pt x="0" y="0"/>
                  </a:lnTo>
                  <a:lnTo>
                    <a:pt x="0" y="963636"/>
                  </a:lnTo>
                  <a:lnTo>
                    <a:pt x="4615775" y="963636"/>
                  </a:lnTo>
                  <a:lnTo>
                    <a:pt x="4615775" y="0"/>
                  </a:lnTo>
                  <a:close/>
                </a:path>
              </a:pathLst>
            </a:custGeom>
            <a:solidFill>
              <a:srgbClr val="AFB0B0">
                <a:alpha val="9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90334" y="6151431"/>
              <a:ext cx="4527550" cy="876300"/>
            </a:xfrm>
            <a:custGeom>
              <a:avLst/>
              <a:gdLst/>
              <a:ahLst/>
              <a:cxnLst/>
              <a:rect l="l" t="t" r="r" b="b"/>
              <a:pathLst>
                <a:path w="4527550" h="876300">
                  <a:moveTo>
                    <a:pt x="4500255" y="0"/>
                  </a:moveTo>
                  <a:lnTo>
                    <a:pt x="27204" y="0"/>
                  </a:lnTo>
                  <a:lnTo>
                    <a:pt x="16026" y="2246"/>
                  </a:lnTo>
                  <a:lnTo>
                    <a:pt x="6351" y="8256"/>
                  </a:lnTo>
                  <a:lnTo>
                    <a:pt x="302" y="16939"/>
                  </a:lnTo>
                  <a:lnTo>
                    <a:pt x="0" y="27204"/>
                  </a:lnTo>
                  <a:lnTo>
                    <a:pt x="251999" y="848829"/>
                  </a:lnTo>
                  <a:lnTo>
                    <a:pt x="256010" y="859094"/>
                  </a:lnTo>
                  <a:lnTo>
                    <a:pt x="261682" y="867778"/>
                  </a:lnTo>
                  <a:lnTo>
                    <a:pt x="269315" y="873788"/>
                  </a:lnTo>
                  <a:lnTo>
                    <a:pt x="279205" y="876034"/>
                  </a:lnTo>
                  <a:lnTo>
                    <a:pt x="4500255" y="876034"/>
                  </a:lnTo>
                  <a:lnTo>
                    <a:pt x="4510763" y="873869"/>
                  </a:lnTo>
                  <a:lnTo>
                    <a:pt x="4519420" y="867995"/>
                  </a:lnTo>
                  <a:lnTo>
                    <a:pt x="4525295" y="859339"/>
                  </a:lnTo>
                  <a:lnTo>
                    <a:pt x="4527461" y="848829"/>
                  </a:lnTo>
                  <a:lnTo>
                    <a:pt x="4527461" y="27204"/>
                  </a:lnTo>
                  <a:lnTo>
                    <a:pt x="4525314" y="16684"/>
                  </a:lnTo>
                  <a:lnTo>
                    <a:pt x="4519470" y="8029"/>
                  </a:lnTo>
                  <a:lnTo>
                    <a:pt x="4510819" y="2161"/>
                  </a:lnTo>
                  <a:lnTo>
                    <a:pt x="45002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293728" y="6124374"/>
            <a:ext cx="4655185" cy="12077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50215">
              <a:lnSpc>
                <a:spcPct val="100000"/>
              </a:lnSpc>
              <a:spcBef>
                <a:spcPts val="330"/>
              </a:spcBef>
            </a:pPr>
            <a:r>
              <a:rPr sz="850" b="1" spc="-20" dirty="0">
                <a:solidFill>
                  <a:srgbClr val="1A254F"/>
                </a:solidFill>
                <a:latin typeface="Arial"/>
                <a:cs typeface="Arial"/>
              </a:rPr>
              <a:t>Exit</a:t>
            </a:r>
            <a:r>
              <a:rPr sz="850" b="1" spc="-35" dirty="0">
                <a:solidFill>
                  <a:srgbClr val="1A254F"/>
                </a:solidFill>
                <a:latin typeface="Arial"/>
                <a:cs typeface="Arial"/>
              </a:rPr>
              <a:t> </a:t>
            </a:r>
            <a:r>
              <a:rPr sz="850" b="1" spc="-100" dirty="0">
                <a:solidFill>
                  <a:srgbClr val="1A254F"/>
                </a:solidFill>
                <a:latin typeface="Arial"/>
                <a:cs typeface="Arial"/>
              </a:rPr>
              <a:t>L</a:t>
            </a:r>
            <a:r>
              <a:rPr sz="850" b="1" spc="-35" dirty="0">
                <a:solidFill>
                  <a:srgbClr val="1A254F"/>
                </a:solidFill>
                <a:latin typeface="Arial"/>
                <a:cs typeface="Arial"/>
              </a:rPr>
              <a:t>oad</a:t>
            </a:r>
            <a:endParaRPr sz="850">
              <a:latin typeface="Arial"/>
              <a:cs typeface="Arial"/>
            </a:endParaRPr>
          </a:p>
          <a:p>
            <a:pPr marL="571500" marR="5080" indent="-114300">
              <a:lnSpc>
                <a:spcPct val="102200"/>
              </a:lnSpc>
              <a:spcBef>
                <a:spcPts val="450"/>
              </a:spcBef>
              <a:buClr>
                <a:srgbClr val="F27E00"/>
              </a:buClr>
              <a:buSzPct val="125000"/>
              <a:buChar char="•"/>
              <a:tabLst>
                <a:tab pos="580390" algn="l"/>
              </a:tabLst>
            </a:pP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For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Ongoing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51616"/>
                </a:solidFill>
                <a:latin typeface="Arial MT"/>
                <a:cs typeface="Arial MT"/>
              </a:rPr>
              <a:t>basis: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151616"/>
                </a:solidFill>
                <a:latin typeface="Arial MT"/>
                <a:cs typeface="Arial MT"/>
              </a:rPr>
              <a:t>1%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0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applicable</a:t>
            </a:r>
            <a:r>
              <a:rPr sz="800" spc="-6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NAV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-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35" dirty="0">
                <a:solidFill>
                  <a:srgbClr val="151616"/>
                </a:solidFill>
                <a:latin typeface="Arial MT"/>
                <a:cs typeface="Arial MT"/>
              </a:rPr>
              <a:t>If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units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purchased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or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switched</a:t>
            </a:r>
            <a:r>
              <a:rPr sz="800" spc="-6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0" dirty="0">
                <a:solidFill>
                  <a:srgbClr val="151616"/>
                </a:solidFill>
                <a:latin typeface="Arial MT"/>
                <a:cs typeface="Arial MT"/>
              </a:rPr>
              <a:t>from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another </a:t>
            </a:r>
            <a:r>
              <a:rPr sz="800" spc="-2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51616"/>
                </a:solidFill>
                <a:latin typeface="Arial MT"/>
                <a:cs typeface="Arial MT"/>
              </a:rPr>
              <a:t>scheme </a:t>
            </a:r>
            <a:r>
              <a:rPr sz="800" spc="20" dirty="0">
                <a:solidFill>
                  <a:srgbClr val="151616"/>
                </a:solidFill>
                <a:latin typeface="Arial MT"/>
                <a:cs typeface="Arial MT"/>
              </a:rPr>
              <a:t>of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the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fund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are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redeemed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or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switched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out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on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or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before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1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year </a:t>
            </a:r>
            <a:r>
              <a:rPr sz="800" spc="20" dirty="0">
                <a:solidFill>
                  <a:srgbClr val="151616"/>
                </a:solidFill>
                <a:latin typeface="Arial MT"/>
                <a:cs typeface="Arial MT"/>
              </a:rPr>
              <a:t>from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the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date </a:t>
            </a:r>
            <a:r>
              <a:rPr sz="800" spc="20" dirty="0">
                <a:solidFill>
                  <a:srgbClr val="151616"/>
                </a:solidFill>
                <a:latin typeface="Arial MT"/>
                <a:cs typeface="Arial MT"/>
              </a:rPr>
              <a:t>of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allotment.</a:t>
            </a:r>
            <a:endParaRPr sz="800">
              <a:latin typeface="Arial MT"/>
              <a:cs typeface="Arial MT"/>
            </a:endParaRPr>
          </a:p>
          <a:p>
            <a:pPr marL="571500" marR="186055" indent="-114300">
              <a:lnSpc>
                <a:spcPct val="104400"/>
              </a:lnSpc>
              <a:spcBef>
                <a:spcPts val="155"/>
              </a:spcBef>
              <a:buClr>
                <a:srgbClr val="F27E00"/>
              </a:buClr>
              <a:buSzPct val="125000"/>
              <a:buChar char="•"/>
              <a:tabLst>
                <a:tab pos="580390" algn="l"/>
              </a:tabLst>
            </a:pP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NIL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-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35" dirty="0">
                <a:solidFill>
                  <a:srgbClr val="151616"/>
                </a:solidFill>
                <a:latin typeface="Arial MT"/>
                <a:cs typeface="Arial MT"/>
              </a:rPr>
              <a:t>If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units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purchased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or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switched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0" dirty="0">
                <a:solidFill>
                  <a:srgbClr val="151616"/>
                </a:solidFill>
                <a:latin typeface="Arial MT"/>
                <a:cs typeface="Arial MT"/>
              </a:rPr>
              <a:t>from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another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51616"/>
                </a:solidFill>
                <a:latin typeface="Arial MT"/>
                <a:cs typeface="Arial MT"/>
              </a:rPr>
              <a:t>scheme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0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fund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are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redeemed</a:t>
            </a:r>
            <a:r>
              <a:rPr sz="800" spc="-6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or </a:t>
            </a:r>
            <a:r>
              <a:rPr sz="800" spc="-204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switched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out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0" dirty="0">
                <a:solidFill>
                  <a:srgbClr val="151616"/>
                </a:solidFill>
                <a:latin typeface="Arial MT"/>
                <a:cs typeface="Arial MT"/>
              </a:rPr>
              <a:t>after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1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year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0" dirty="0">
                <a:solidFill>
                  <a:srgbClr val="151616"/>
                </a:solidFill>
                <a:latin typeface="Arial MT"/>
                <a:cs typeface="Arial MT"/>
              </a:rPr>
              <a:t>from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date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0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allotment.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700">
              <a:latin typeface="Arial MT"/>
              <a:cs typeface="Arial MT"/>
            </a:endParaRPr>
          </a:p>
          <a:p>
            <a:pPr marL="12700" marR="86995">
              <a:lnSpc>
                <a:spcPct val="100000"/>
              </a:lnSpc>
              <a:spcBef>
                <a:spcPts val="5"/>
              </a:spcBef>
            </a:pP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For 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Details 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please 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refer </a:t>
            </a:r>
            <a:r>
              <a:rPr sz="700" i="1" spc="5" dirty="0">
                <a:solidFill>
                  <a:srgbClr val="151616"/>
                </a:solidFill>
                <a:latin typeface="Arial"/>
                <a:cs typeface="Arial"/>
              </a:rPr>
              <a:t>to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the 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scheme 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informaNon 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document</a:t>
            </a:r>
            <a:r>
              <a:rPr sz="700" i="1" spc="-1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0" dirty="0">
                <a:solidFill>
                  <a:srgbClr val="151616"/>
                </a:solidFill>
                <a:latin typeface="Arial"/>
                <a:cs typeface="Arial"/>
              </a:rPr>
              <a:t>(SID).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*Mr. 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Pradeep 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Kesavan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is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the 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dedicated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fund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manager 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for </a:t>
            </a:r>
            <a:r>
              <a:rPr sz="700" i="1" spc="-18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overseas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securiNes.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81142" y="6764911"/>
            <a:ext cx="230504" cy="258445"/>
            <a:chOff x="381142" y="6764911"/>
            <a:chExt cx="230504" cy="258445"/>
          </a:xfrm>
        </p:grpSpPr>
        <p:sp>
          <p:nvSpPr>
            <p:cNvPr id="62" name="object 62"/>
            <p:cNvSpPr/>
            <p:nvPr/>
          </p:nvSpPr>
          <p:spPr>
            <a:xfrm>
              <a:off x="381142" y="6764911"/>
              <a:ext cx="187960" cy="258445"/>
            </a:xfrm>
            <a:custGeom>
              <a:avLst/>
              <a:gdLst/>
              <a:ahLst/>
              <a:cxnLst/>
              <a:rect l="l" t="t" r="r" b="b"/>
              <a:pathLst>
                <a:path w="187959" h="258445">
                  <a:moveTo>
                    <a:pt x="73767" y="0"/>
                  </a:moveTo>
                  <a:lnTo>
                    <a:pt x="33306" y="942"/>
                  </a:lnTo>
                  <a:lnTo>
                    <a:pt x="231" y="29212"/>
                  </a:lnTo>
                  <a:lnTo>
                    <a:pt x="0" y="182745"/>
                  </a:lnTo>
                  <a:lnTo>
                    <a:pt x="855" y="211146"/>
                  </a:lnTo>
                  <a:lnTo>
                    <a:pt x="8546" y="225655"/>
                  </a:lnTo>
                  <a:lnTo>
                    <a:pt x="30764" y="235451"/>
                  </a:lnTo>
                  <a:lnTo>
                    <a:pt x="75197" y="249709"/>
                  </a:lnTo>
                  <a:lnTo>
                    <a:pt x="85604" y="253541"/>
                  </a:lnTo>
                  <a:lnTo>
                    <a:pt x="95536" y="256934"/>
                  </a:lnTo>
                  <a:lnTo>
                    <a:pt x="103420" y="257947"/>
                  </a:lnTo>
                  <a:lnTo>
                    <a:pt x="107683" y="254641"/>
                  </a:lnTo>
                  <a:lnTo>
                    <a:pt x="107812" y="244626"/>
                  </a:lnTo>
                  <a:lnTo>
                    <a:pt x="97251" y="244626"/>
                  </a:lnTo>
                  <a:lnTo>
                    <a:pt x="83308" y="240624"/>
                  </a:lnTo>
                  <a:lnTo>
                    <a:pt x="57128" y="232207"/>
                  </a:lnTo>
                  <a:lnTo>
                    <a:pt x="31073" y="223442"/>
                  </a:lnTo>
                  <a:lnTo>
                    <a:pt x="17503" y="218393"/>
                  </a:lnTo>
                  <a:lnTo>
                    <a:pt x="9681" y="213914"/>
                  </a:lnTo>
                  <a:lnTo>
                    <a:pt x="11358" y="207542"/>
                  </a:lnTo>
                  <a:lnTo>
                    <a:pt x="11416" y="65021"/>
                  </a:lnTo>
                  <a:lnTo>
                    <a:pt x="10877" y="52731"/>
                  </a:lnTo>
                  <a:lnTo>
                    <a:pt x="10557" y="38376"/>
                  </a:lnTo>
                  <a:lnTo>
                    <a:pt x="12398" y="25755"/>
                  </a:lnTo>
                  <a:lnTo>
                    <a:pt x="18342" y="18672"/>
                  </a:lnTo>
                  <a:lnTo>
                    <a:pt x="61944" y="18672"/>
                  </a:lnTo>
                  <a:lnTo>
                    <a:pt x="55680" y="16675"/>
                  </a:lnTo>
                  <a:lnTo>
                    <a:pt x="42638" y="12174"/>
                  </a:lnTo>
                  <a:lnTo>
                    <a:pt x="65856" y="11386"/>
                  </a:lnTo>
                  <a:lnTo>
                    <a:pt x="183973" y="11386"/>
                  </a:lnTo>
                  <a:lnTo>
                    <a:pt x="177502" y="4421"/>
                  </a:lnTo>
                  <a:lnTo>
                    <a:pt x="169591" y="1245"/>
                  </a:lnTo>
                  <a:lnTo>
                    <a:pt x="161108" y="578"/>
                  </a:lnTo>
                  <a:lnTo>
                    <a:pt x="147877" y="578"/>
                  </a:lnTo>
                  <a:lnTo>
                    <a:pt x="73767" y="0"/>
                  </a:lnTo>
                  <a:close/>
                </a:path>
                <a:path w="187959" h="258445">
                  <a:moveTo>
                    <a:pt x="61944" y="18672"/>
                  </a:moveTo>
                  <a:lnTo>
                    <a:pt x="18342" y="18672"/>
                  </a:lnTo>
                  <a:lnTo>
                    <a:pt x="32212" y="20741"/>
                  </a:lnTo>
                  <a:lnTo>
                    <a:pt x="56432" y="28119"/>
                  </a:lnTo>
                  <a:lnTo>
                    <a:pt x="81322" y="36778"/>
                  </a:lnTo>
                  <a:lnTo>
                    <a:pt x="97200" y="42691"/>
                  </a:lnTo>
                  <a:lnTo>
                    <a:pt x="97251" y="244626"/>
                  </a:lnTo>
                  <a:lnTo>
                    <a:pt x="107812" y="244626"/>
                  </a:lnTo>
                  <a:lnTo>
                    <a:pt x="108054" y="225809"/>
                  </a:lnTo>
                  <a:lnTo>
                    <a:pt x="169077" y="225726"/>
                  </a:lnTo>
                  <a:lnTo>
                    <a:pt x="178374" y="222060"/>
                  </a:lnTo>
                  <a:lnTo>
                    <a:pt x="183987" y="215566"/>
                  </a:lnTo>
                  <a:lnTo>
                    <a:pt x="163671" y="215566"/>
                  </a:lnTo>
                  <a:lnTo>
                    <a:pt x="107704" y="215167"/>
                  </a:lnTo>
                  <a:lnTo>
                    <a:pt x="107359" y="36920"/>
                  </a:lnTo>
                  <a:lnTo>
                    <a:pt x="96632" y="30584"/>
                  </a:lnTo>
                  <a:lnTo>
                    <a:pt x="76542" y="23324"/>
                  </a:lnTo>
                  <a:lnTo>
                    <a:pt x="61944" y="18672"/>
                  </a:lnTo>
                  <a:close/>
                </a:path>
                <a:path w="187959" h="258445">
                  <a:moveTo>
                    <a:pt x="184286" y="215221"/>
                  </a:moveTo>
                  <a:lnTo>
                    <a:pt x="170964" y="215221"/>
                  </a:lnTo>
                  <a:lnTo>
                    <a:pt x="163671" y="215566"/>
                  </a:lnTo>
                  <a:lnTo>
                    <a:pt x="183987" y="215566"/>
                  </a:lnTo>
                  <a:lnTo>
                    <a:pt x="184286" y="215221"/>
                  </a:lnTo>
                  <a:close/>
                </a:path>
                <a:path w="187959" h="258445">
                  <a:moveTo>
                    <a:pt x="185742" y="193473"/>
                  </a:moveTo>
                  <a:lnTo>
                    <a:pt x="177175" y="193700"/>
                  </a:lnTo>
                  <a:lnTo>
                    <a:pt x="176049" y="200615"/>
                  </a:lnTo>
                  <a:lnTo>
                    <a:pt x="175600" y="206783"/>
                  </a:lnTo>
                  <a:lnTo>
                    <a:pt x="173607" y="211472"/>
                  </a:lnTo>
                  <a:lnTo>
                    <a:pt x="167847" y="213951"/>
                  </a:lnTo>
                  <a:lnTo>
                    <a:pt x="165806" y="215434"/>
                  </a:lnTo>
                  <a:lnTo>
                    <a:pt x="170964" y="215221"/>
                  </a:lnTo>
                  <a:lnTo>
                    <a:pt x="184286" y="215221"/>
                  </a:lnTo>
                  <a:lnTo>
                    <a:pt x="184661" y="214786"/>
                  </a:lnTo>
                  <a:lnTo>
                    <a:pt x="187323" y="204919"/>
                  </a:lnTo>
                  <a:lnTo>
                    <a:pt x="185742" y="193473"/>
                  </a:lnTo>
                  <a:close/>
                </a:path>
                <a:path w="187959" h="258445">
                  <a:moveTo>
                    <a:pt x="184079" y="11500"/>
                  </a:moveTo>
                  <a:lnTo>
                    <a:pt x="149491" y="11500"/>
                  </a:lnTo>
                  <a:lnTo>
                    <a:pt x="161262" y="11529"/>
                  </a:lnTo>
                  <a:lnTo>
                    <a:pt x="170764" y="14068"/>
                  </a:lnTo>
                  <a:lnTo>
                    <a:pt x="175619" y="21156"/>
                  </a:lnTo>
                  <a:lnTo>
                    <a:pt x="176451" y="25947"/>
                  </a:lnTo>
                  <a:lnTo>
                    <a:pt x="174809" y="29493"/>
                  </a:lnTo>
                  <a:lnTo>
                    <a:pt x="177815" y="32442"/>
                  </a:lnTo>
                  <a:lnTo>
                    <a:pt x="182999" y="33928"/>
                  </a:lnTo>
                  <a:lnTo>
                    <a:pt x="186648" y="29256"/>
                  </a:lnTo>
                  <a:lnTo>
                    <a:pt x="187442" y="21156"/>
                  </a:lnTo>
                  <a:lnTo>
                    <a:pt x="187384" y="20741"/>
                  </a:lnTo>
                  <a:lnTo>
                    <a:pt x="184196" y="11728"/>
                  </a:lnTo>
                  <a:lnTo>
                    <a:pt x="184079" y="11500"/>
                  </a:lnTo>
                  <a:close/>
                </a:path>
                <a:path w="187959" h="258445">
                  <a:moveTo>
                    <a:pt x="183973" y="11386"/>
                  </a:moveTo>
                  <a:lnTo>
                    <a:pt x="65856" y="11386"/>
                  </a:lnTo>
                  <a:lnTo>
                    <a:pt x="90034" y="11390"/>
                  </a:lnTo>
                  <a:lnTo>
                    <a:pt x="137826" y="11943"/>
                  </a:lnTo>
                  <a:lnTo>
                    <a:pt x="149491" y="11500"/>
                  </a:lnTo>
                  <a:lnTo>
                    <a:pt x="184079" y="11500"/>
                  </a:lnTo>
                  <a:close/>
                </a:path>
                <a:path w="187959" h="258445">
                  <a:moveTo>
                    <a:pt x="159888" y="482"/>
                  </a:moveTo>
                  <a:lnTo>
                    <a:pt x="147877" y="578"/>
                  </a:lnTo>
                  <a:lnTo>
                    <a:pt x="161108" y="578"/>
                  </a:lnTo>
                  <a:lnTo>
                    <a:pt x="159888" y="4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8501" y="6801832"/>
              <a:ext cx="123123" cy="217721"/>
            </a:xfrm>
            <a:prstGeom prst="rect">
              <a:avLst/>
            </a:prstGeom>
          </p:spPr>
        </p:pic>
      </p:grpSp>
      <p:grpSp>
        <p:nvGrpSpPr>
          <p:cNvPr id="64" name="object 64"/>
          <p:cNvGrpSpPr/>
          <p:nvPr/>
        </p:nvGrpSpPr>
        <p:grpSpPr>
          <a:xfrm>
            <a:off x="3627011" y="1774014"/>
            <a:ext cx="1363980" cy="1338580"/>
            <a:chOff x="3627011" y="1774014"/>
            <a:chExt cx="1363980" cy="1338580"/>
          </a:xfrm>
        </p:grpSpPr>
        <p:sp>
          <p:nvSpPr>
            <p:cNvPr id="65" name="object 65"/>
            <p:cNvSpPr/>
            <p:nvPr/>
          </p:nvSpPr>
          <p:spPr>
            <a:xfrm>
              <a:off x="3648956" y="1774014"/>
              <a:ext cx="618490" cy="1303655"/>
            </a:xfrm>
            <a:custGeom>
              <a:avLst/>
              <a:gdLst/>
              <a:ahLst/>
              <a:cxnLst/>
              <a:rect l="l" t="t" r="r" b="b"/>
              <a:pathLst>
                <a:path w="618489" h="1303655">
                  <a:moveTo>
                    <a:pt x="366789" y="0"/>
                  </a:moveTo>
                  <a:lnTo>
                    <a:pt x="251705" y="0"/>
                  </a:lnTo>
                  <a:lnTo>
                    <a:pt x="206619" y="4075"/>
                  </a:lnTo>
                  <a:lnTo>
                    <a:pt x="164120" y="15816"/>
                  </a:lnTo>
                  <a:lnTo>
                    <a:pt x="124932" y="34499"/>
                  </a:lnTo>
                  <a:lnTo>
                    <a:pt x="89782" y="59396"/>
                  </a:lnTo>
                  <a:lnTo>
                    <a:pt x="59396" y="89783"/>
                  </a:lnTo>
                  <a:lnTo>
                    <a:pt x="34499" y="124933"/>
                  </a:lnTo>
                  <a:lnTo>
                    <a:pt x="15816" y="164120"/>
                  </a:lnTo>
                  <a:lnTo>
                    <a:pt x="4075" y="206620"/>
                  </a:lnTo>
                  <a:lnTo>
                    <a:pt x="0" y="251705"/>
                  </a:lnTo>
                  <a:lnTo>
                    <a:pt x="0" y="1303127"/>
                  </a:lnTo>
                  <a:lnTo>
                    <a:pt x="618493" y="1303127"/>
                  </a:lnTo>
                  <a:lnTo>
                    <a:pt x="618493" y="251705"/>
                  </a:lnTo>
                  <a:lnTo>
                    <a:pt x="614418" y="206612"/>
                  </a:lnTo>
                  <a:lnTo>
                    <a:pt x="602677" y="164109"/>
                  </a:lnTo>
                  <a:lnTo>
                    <a:pt x="583994" y="124920"/>
                  </a:lnTo>
                  <a:lnTo>
                    <a:pt x="559097" y="89771"/>
                  </a:lnTo>
                  <a:lnTo>
                    <a:pt x="528711" y="59387"/>
                  </a:lnTo>
                  <a:lnTo>
                    <a:pt x="493561" y="34492"/>
                  </a:lnTo>
                  <a:lnTo>
                    <a:pt x="454374" y="15813"/>
                  </a:lnTo>
                  <a:lnTo>
                    <a:pt x="411875" y="4074"/>
                  </a:lnTo>
                  <a:lnTo>
                    <a:pt x="366789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27011" y="3058657"/>
              <a:ext cx="662383" cy="53380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4350503" y="1774014"/>
              <a:ext cx="618490" cy="1303655"/>
            </a:xfrm>
            <a:custGeom>
              <a:avLst/>
              <a:gdLst/>
              <a:ahLst/>
              <a:cxnLst/>
              <a:rect l="l" t="t" r="r" b="b"/>
              <a:pathLst>
                <a:path w="618489" h="1303655">
                  <a:moveTo>
                    <a:pt x="366788" y="0"/>
                  </a:moveTo>
                  <a:lnTo>
                    <a:pt x="251705" y="0"/>
                  </a:lnTo>
                  <a:lnTo>
                    <a:pt x="206619" y="4075"/>
                  </a:lnTo>
                  <a:lnTo>
                    <a:pt x="164120" y="15816"/>
                  </a:lnTo>
                  <a:lnTo>
                    <a:pt x="124932" y="34499"/>
                  </a:lnTo>
                  <a:lnTo>
                    <a:pt x="89782" y="59396"/>
                  </a:lnTo>
                  <a:lnTo>
                    <a:pt x="59396" y="89783"/>
                  </a:lnTo>
                  <a:lnTo>
                    <a:pt x="34499" y="124933"/>
                  </a:lnTo>
                  <a:lnTo>
                    <a:pt x="15816" y="164120"/>
                  </a:lnTo>
                  <a:lnTo>
                    <a:pt x="4075" y="206620"/>
                  </a:lnTo>
                  <a:lnTo>
                    <a:pt x="0" y="251705"/>
                  </a:lnTo>
                  <a:lnTo>
                    <a:pt x="0" y="1303127"/>
                  </a:lnTo>
                  <a:lnTo>
                    <a:pt x="618493" y="1303127"/>
                  </a:lnTo>
                  <a:lnTo>
                    <a:pt x="618493" y="251705"/>
                  </a:lnTo>
                  <a:lnTo>
                    <a:pt x="614418" y="206612"/>
                  </a:lnTo>
                  <a:lnTo>
                    <a:pt x="602676" y="164109"/>
                  </a:lnTo>
                  <a:lnTo>
                    <a:pt x="583994" y="124920"/>
                  </a:lnTo>
                  <a:lnTo>
                    <a:pt x="559097" y="89771"/>
                  </a:lnTo>
                  <a:lnTo>
                    <a:pt x="528710" y="59387"/>
                  </a:lnTo>
                  <a:lnTo>
                    <a:pt x="493560" y="34492"/>
                  </a:lnTo>
                  <a:lnTo>
                    <a:pt x="454373" y="15813"/>
                  </a:lnTo>
                  <a:lnTo>
                    <a:pt x="411874" y="4074"/>
                  </a:lnTo>
                  <a:lnTo>
                    <a:pt x="366788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28558" y="3058657"/>
              <a:ext cx="662383" cy="53380"/>
            </a:xfrm>
            <a:prstGeom prst="rect">
              <a:avLst/>
            </a:prstGeom>
          </p:spPr>
        </p:pic>
      </p:grpSp>
      <p:grpSp>
        <p:nvGrpSpPr>
          <p:cNvPr id="69" name="object 69"/>
          <p:cNvGrpSpPr/>
          <p:nvPr/>
        </p:nvGrpSpPr>
        <p:grpSpPr>
          <a:xfrm>
            <a:off x="1549340" y="1774014"/>
            <a:ext cx="2032000" cy="1338580"/>
            <a:chOff x="1549340" y="1774014"/>
            <a:chExt cx="2032000" cy="1338580"/>
          </a:xfrm>
        </p:grpSpPr>
        <p:sp>
          <p:nvSpPr>
            <p:cNvPr id="70" name="object 70"/>
            <p:cNvSpPr/>
            <p:nvPr/>
          </p:nvSpPr>
          <p:spPr>
            <a:xfrm>
              <a:off x="1571284" y="1774014"/>
              <a:ext cx="618490" cy="1303655"/>
            </a:xfrm>
            <a:custGeom>
              <a:avLst/>
              <a:gdLst/>
              <a:ahLst/>
              <a:cxnLst/>
              <a:rect l="l" t="t" r="r" b="b"/>
              <a:pathLst>
                <a:path w="618489" h="1303655">
                  <a:moveTo>
                    <a:pt x="366789" y="0"/>
                  </a:moveTo>
                  <a:lnTo>
                    <a:pt x="251705" y="0"/>
                  </a:lnTo>
                  <a:lnTo>
                    <a:pt x="206619" y="4075"/>
                  </a:lnTo>
                  <a:lnTo>
                    <a:pt x="164120" y="15816"/>
                  </a:lnTo>
                  <a:lnTo>
                    <a:pt x="124932" y="34499"/>
                  </a:lnTo>
                  <a:lnTo>
                    <a:pt x="89782" y="59396"/>
                  </a:lnTo>
                  <a:lnTo>
                    <a:pt x="59396" y="89783"/>
                  </a:lnTo>
                  <a:lnTo>
                    <a:pt x="34499" y="124933"/>
                  </a:lnTo>
                  <a:lnTo>
                    <a:pt x="15816" y="164120"/>
                  </a:lnTo>
                  <a:lnTo>
                    <a:pt x="4075" y="206620"/>
                  </a:lnTo>
                  <a:lnTo>
                    <a:pt x="0" y="251705"/>
                  </a:lnTo>
                  <a:lnTo>
                    <a:pt x="0" y="1303127"/>
                  </a:lnTo>
                  <a:lnTo>
                    <a:pt x="618495" y="1303127"/>
                  </a:lnTo>
                  <a:lnTo>
                    <a:pt x="618495" y="251705"/>
                  </a:lnTo>
                  <a:lnTo>
                    <a:pt x="614419" y="206612"/>
                  </a:lnTo>
                  <a:lnTo>
                    <a:pt x="602678" y="164109"/>
                  </a:lnTo>
                  <a:lnTo>
                    <a:pt x="583995" y="124920"/>
                  </a:lnTo>
                  <a:lnTo>
                    <a:pt x="559098" y="89771"/>
                  </a:lnTo>
                  <a:lnTo>
                    <a:pt x="528711" y="59387"/>
                  </a:lnTo>
                  <a:lnTo>
                    <a:pt x="493561" y="34492"/>
                  </a:lnTo>
                  <a:lnTo>
                    <a:pt x="454374" y="15813"/>
                  </a:lnTo>
                  <a:lnTo>
                    <a:pt x="411875" y="4074"/>
                  </a:lnTo>
                  <a:lnTo>
                    <a:pt x="366789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571284" y="3058657"/>
              <a:ext cx="618490" cy="19050"/>
            </a:xfrm>
            <a:custGeom>
              <a:avLst/>
              <a:gdLst/>
              <a:ahLst/>
              <a:cxnLst/>
              <a:rect l="l" t="t" r="r" b="b"/>
              <a:pathLst>
                <a:path w="618489" h="19050">
                  <a:moveTo>
                    <a:pt x="618495" y="0"/>
                  </a:moveTo>
                  <a:lnTo>
                    <a:pt x="0" y="0"/>
                  </a:lnTo>
                  <a:lnTo>
                    <a:pt x="0" y="18484"/>
                  </a:lnTo>
                  <a:lnTo>
                    <a:pt x="618495" y="18484"/>
                  </a:lnTo>
                  <a:lnTo>
                    <a:pt x="618495" y="0"/>
                  </a:lnTo>
                  <a:close/>
                </a:path>
              </a:pathLst>
            </a:custGeom>
            <a:solidFill>
              <a:srgbClr val="F27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2238706" y="1774014"/>
              <a:ext cx="618490" cy="1303655"/>
            </a:xfrm>
            <a:custGeom>
              <a:avLst/>
              <a:gdLst/>
              <a:ahLst/>
              <a:cxnLst/>
              <a:rect l="l" t="t" r="r" b="b"/>
              <a:pathLst>
                <a:path w="618489" h="1303655">
                  <a:moveTo>
                    <a:pt x="366789" y="0"/>
                  </a:moveTo>
                  <a:lnTo>
                    <a:pt x="251705" y="0"/>
                  </a:lnTo>
                  <a:lnTo>
                    <a:pt x="206619" y="4075"/>
                  </a:lnTo>
                  <a:lnTo>
                    <a:pt x="164120" y="15816"/>
                  </a:lnTo>
                  <a:lnTo>
                    <a:pt x="124932" y="34499"/>
                  </a:lnTo>
                  <a:lnTo>
                    <a:pt x="89782" y="59396"/>
                  </a:lnTo>
                  <a:lnTo>
                    <a:pt x="59396" y="89783"/>
                  </a:lnTo>
                  <a:lnTo>
                    <a:pt x="34499" y="124933"/>
                  </a:lnTo>
                  <a:lnTo>
                    <a:pt x="15816" y="164120"/>
                  </a:lnTo>
                  <a:lnTo>
                    <a:pt x="4075" y="206620"/>
                  </a:lnTo>
                  <a:lnTo>
                    <a:pt x="0" y="251705"/>
                  </a:lnTo>
                  <a:lnTo>
                    <a:pt x="0" y="1303127"/>
                  </a:lnTo>
                  <a:lnTo>
                    <a:pt x="618495" y="1303127"/>
                  </a:lnTo>
                  <a:lnTo>
                    <a:pt x="618495" y="251705"/>
                  </a:lnTo>
                  <a:lnTo>
                    <a:pt x="614419" y="206612"/>
                  </a:lnTo>
                  <a:lnTo>
                    <a:pt x="602678" y="164109"/>
                  </a:lnTo>
                  <a:lnTo>
                    <a:pt x="583995" y="124920"/>
                  </a:lnTo>
                  <a:lnTo>
                    <a:pt x="559098" y="89771"/>
                  </a:lnTo>
                  <a:lnTo>
                    <a:pt x="528712" y="59387"/>
                  </a:lnTo>
                  <a:lnTo>
                    <a:pt x="493562" y="34492"/>
                  </a:lnTo>
                  <a:lnTo>
                    <a:pt x="454374" y="15813"/>
                  </a:lnTo>
                  <a:lnTo>
                    <a:pt x="411875" y="4074"/>
                  </a:lnTo>
                  <a:lnTo>
                    <a:pt x="366789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49340" y="3077805"/>
              <a:ext cx="1329805" cy="34232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2238706" y="3058657"/>
              <a:ext cx="618490" cy="19050"/>
            </a:xfrm>
            <a:custGeom>
              <a:avLst/>
              <a:gdLst/>
              <a:ahLst/>
              <a:cxnLst/>
              <a:rect l="l" t="t" r="r" b="b"/>
              <a:pathLst>
                <a:path w="618489" h="19050">
                  <a:moveTo>
                    <a:pt x="618495" y="0"/>
                  </a:moveTo>
                  <a:lnTo>
                    <a:pt x="0" y="0"/>
                  </a:lnTo>
                  <a:lnTo>
                    <a:pt x="0" y="18484"/>
                  </a:lnTo>
                  <a:lnTo>
                    <a:pt x="618495" y="18484"/>
                  </a:lnTo>
                  <a:lnTo>
                    <a:pt x="618495" y="0"/>
                  </a:lnTo>
                  <a:close/>
                </a:path>
              </a:pathLst>
            </a:custGeom>
            <a:solidFill>
              <a:srgbClr val="F27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940408" y="1774014"/>
              <a:ext cx="618490" cy="1303655"/>
            </a:xfrm>
            <a:custGeom>
              <a:avLst/>
              <a:gdLst/>
              <a:ahLst/>
              <a:cxnLst/>
              <a:rect l="l" t="t" r="r" b="b"/>
              <a:pathLst>
                <a:path w="618489" h="1303655">
                  <a:moveTo>
                    <a:pt x="366789" y="0"/>
                  </a:moveTo>
                  <a:lnTo>
                    <a:pt x="251705" y="0"/>
                  </a:lnTo>
                  <a:lnTo>
                    <a:pt x="206619" y="4075"/>
                  </a:lnTo>
                  <a:lnTo>
                    <a:pt x="164120" y="15816"/>
                  </a:lnTo>
                  <a:lnTo>
                    <a:pt x="124932" y="34499"/>
                  </a:lnTo>
                  <a:lnTo>
                    <a:pt x="89782" y="59396"/>
                  </a:lnTo>
                  <a:lnTo>
                    <a:pt x="59396" y="89783"/>
                  </a:lnTo>
                  <a:lnTo>
                    <a:pt x="34499" y="124933"/>
                  </a:lnTo>
                  <a:lnTo>
                    <a:pt x="15816" y="164120"/>
                  </a:lnTo>
                  <a:lnTo>
                    <a:pt x="4075" y="206620"/>
                  </a:lnTo>
                  <a:lnTo>
                    <a:pt x="0" y="251705"/>
                  </a:lnTo>
                  <a:lnTo>
                    <a:pt x="0" y="1303127"/>
                  </a:lnTo>
                  <a:lnTo>
                    <a:pt x="618493" y="1303127"/>
                  </a:lnTo>
                  <a:lnTo>
                    <a:pt x="618493" y="251705"/>
                  </a:lnTo>
                  <a:lnTo>
                    <a:pt x="614418" y="206612"/>
                  </a:lnTo>
                  <a:lnTo>
                    <a:pt x="602677" y="164109"/>
                  </a:lnTo>
                  <a:lnTo>
                    <a:pt x="583994" y="124920"/>
                  </a:lnTo>
                  <a:lnTo>
                    <a:pt x="559097" y="89771"/>
                  </a:lnTo>
                  <a:lnTo>
                    <a:pt x="528711" y="59387"/>
                  </a:lnTo>
                  <a:lnTo>
                    <a:pt x="493561" y="34492"/>
                  </a:lnTo>
                  <a:lnTo>
                    <a:pt x="454374" y="15813"/>
                  </a:lnTo>
                  <a:lnTo>
                    <a:pt x="411875" y="4074"/>
                  </a:lnTo>
                  <a:lnTo>
                    <a:pt x="366789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18463" y="3058657"/>
              <a:ext cx="662383" cy="5338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71285" y="2138445"/>
              <a:ext cx="618492" cy="34232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2394461" y="1877003"/>
            <a:ext cx="3048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15" dirty="0">
                <a:solidFill>
                  <a:srgbClr val="1A254F"/>
                </a:solidFill>
                <a:latin typeface="Arial"/>
                <a:cs typeface="Arial"/>
              </a:rPr>
              <a:t>3</a:t>
            </a:r>
            <a:r>
              <a:rPr sz="800" b="1" spc="-70" dirty="0">
                <a:solidFill>
                  <a:srgbClr val="1A254F"/>
                </a:solidFill>
                <a:latin typeface="Arial"/>
                <a:cs typeface="Arial"/>
              </a:rPr>
              <a:t> </a:t>
            </a:r>
            <a:r>
              <a:rPr sz="800" b="1" spc="-105" dirty="0">
                <a:solidFill>
                  <a:srgbClr val="1A254F"/>
                </a:solidFill>
                <a:latin typeface="Arial"/>
                <a:cs typeface="Arial"/>
              </a:rPr>
              <a:t>Y</a:t>
            </a:r>
            <a:r>
              <a:rPr sz="800" b="1" spc="-25" dirty="0">
                <a:solidFill>
                  <a:srgbClr val="1A254F"/>
                </a:solidFill>
                <a:latin typeface="Arial"/>
                <a:cs typeface="Arial"/>
              </a:rPr>
              <a:t>ear</a:t>
            </a:r>
            <a:endParaRPr sz="8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072568" y="1876622"/>
            <a:ext cx="3536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15" dirty="0">
                <a:solidFill>
                  <a:srgbClr val="1A254F"/>
                </a:solidFill>
                <a:latin typeface="Arial"/>
                <a:cs typeface="Arial"/>
              </a:rPr>
              <a:t>5</a:t>
            </a:r>
            <a:r>
              <a:rPr sz="800" b="1" spc="-35" dirty="0">
                <a:solidFill>
                  <a:srgbClr val="1A254F"/>
                </a:solidFill>
                <a:latin typeface="Arial"/>
                <a:cs typeface="Arial"/>
              </a:rPr>
              <a:t> </a:t>
            </a:r>
            <a:r>
              <a:rPr sz="800" b="1" spc="-105" dirty="0">
                <a:solidFill>
                  <a:srgbClr val="1A254F"/>
                </a:solidFill>
                <a:latin typeface="Arial"/>
                <a:cs typeface="Arial"/>
              </a:rPr>
              <a:t>Y</a:t>
            </a:r>
            <a:r>
              <a:rPr sz="800" b="1" spc="-40" dirty="0">
                <a:solidFill>
                  <a:srgbClr val="1A254F"/>
                </a:solidFill>
                <a:latin typeface="Arial"/>
                <a:cs typeface="Arial"/>
              </a:rPr>
              <a:t>ears</a:t>
            </a:r>
            <a:endParaRPr sz="8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752691" y="1876597"/>
            <a:ext cx="40830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15" dirty="0">
                <a:solidFill>
                  <a:srgbClr val="1A254F"/>
                </a:solidFill>
                <a:latin typeface="Arial"/>
                <a:cs typeface="Arial"/>
              </a:rPr>
              <a:t>10</a:t>
            </a:r>
            <a:r>
              <a:rPr sz="800" b="1" spc="-70" dirty="0">
                <a:solidFill>
                  <a:srgbClr val="1A254F"/>
                </a:solidFill>
                <a:latin typeface="Arial"/>
                <a:cs typeface="Arial"/>
              </a:rPr>
              <a:t> </a:t>
            </a:r>
            <a:r>
              <a:rPr sz="800" b="1" spc="-105" dirty="0">
                <a:solidFill>
                  <a:srgbClr val="1A254F"/>
                </a:solidFill>
                <a:latin typeface="Arial"/>
                <a:cs typeface="Arial"/>
              </a:rPr>
              <a:t>Y</a:t>
            </a:r>
            <a:r>
              <a:rPr sz="800" b="1" spc="-40" dirty="0">
                <a:solidFill>
                  <a:srgbClr val="1A254F"/>
                </a:solidFill>
                <a:latin typeface="Arial"/>
                <a:cs typeface="Arial"/>
              </a:rPr>
              <a:t>ears</a:t>
            </a:r>
            <a:endParaRPr sz="8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532205" y="1828377"/>
            <a:ext cx="25336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50" dirty="0">
                <a:solidFill>
                  <a:srgbClr val="1A254F"/>
                </a:solidFill>
                <a:latin typeface="Arial"/>
                <a:cs typeface="Arial"/>
              </a:rPr>
              <a:t>Sin</a:t>
            </a:r>
            <a:r>
              <a:rPr sz="750" b="1" spc="-60" dirty="0">
                <a:solidFill>
                  <a:srgbClr val="1A254F"/>
                </a:solidFill>
                <a:latin typeface="Arial"/>
                <a:cs typeface="Arial"/>
              </a:rPr>
              <a:t>c</a:t>
            </a:r>
            <a:r>
              <a:rPr sz="750" b="1" spc="-20" dirty="0">
                <a:solidFill>
                  <a:srgbClr val="1A254F"/>
                </a:solidFill>
                <a:latin typeface="Arial"/>
                <a:cs typeface="Arial"/>
              </a:rPr>
              <a:t>e</a:t>
            </a:r>
            <a:endParaRPr sz="75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444170" y="1919818"/>
            <a:ext cx="429259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5" dirty="0">
                <a:solidFill>
                  <a:srgbClr val="1A254F"/>
                </a:solidFill>
                <a:latin typeface="Arial"/>
                <a:cs typeface="Arial"/>
              </a:rPr>
              <a:t>I</a:t>
            </a:r>
            <a:r>
              <a:rPr sz="750" b="1" spc="-50" dirty="0">
                <a:solidFill>
                  <a:srgbClr val="1A254F"/>
                </a:solidFill>
                <a:latin typeface="Arial"/>
                <a:cs typeface="Arial"/>
              </a:rPr>
              <a:t>n</a:t>
            </a:r>
            <a:r>
              <a:rPr sz="750" b="1" spc="-55" dirty="0">
                <a:solidFill>
                  <a:srgbClr val="1A254F"/>
                </a:solidFill>
                <a:latin typeface="Arial"/>
                <a:cs typeface="Arial"/>
              </a:rPr>
              <a:t>c</a:t>
            </a:r>
            <a:r>
              <a:rPr sz="750" b="1" spc="-25" dirty="0">
                <a:solidFill>
                  <a:srgbClr val="1A254F"/>
                </a:solidFill>
                <a:latin typeface="Arial"/>
                <a:cs typeface="Arial"/>
              </a:rPr>
              <a:t>e</a:t>
            </a:r>
            <a:r>
              <a:rPr sz="750" b="1" spc="-35" dirty="0">
                <a:solidFill>
                  <a:srgbClr val="1A254F"/>
                </a:solidFill>
                <a:latin typeface="Arial"/>
                <a:cs typeface="Arial"/>
              </a:rPr>
              <a:t>p</a:t>
            </a:r>
            <a:r>
              <a:rPr sz="750" b="1" spc="-10" dirty="0">
                <a:solidFill>
                  <a:srgbClr val="1A254F"/>
                </a:solidFill>
                <a:latin typeface="Arial"/>
                <a:cs typeface="Arial"/>
              </a:rPr>
              <a:t>tion</a:t>
            </a:r>
            <a:endParaRPr sz="75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725513" y="1870347"/>
            <a:ext cx="3048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15" dirty="0">
                <a:solidFill>
                  <a:srgbClr val="1A254F"/>
                </a:solidFill>
                <a:latin typeface="Arial"/>
                <a:cs typeface="Arial"/>
              </a:rPr>
              <a:t>1</a:t>
            </a:r>
            <a:r>
              <a:rPr sz="800" b="1" spc="-70" dirty="0">
                <a:solidFill>
                  <a:srgbClr val="1A254F"/>
                </a:solidFill>
                <a:latin typeface="Arial"/>
                <a:cs typeface="Arial"/>
              </a:rPr>
              <a:t> </a:t>
            </a:r>
            <a:r>
              <a:rPr sz="800" b="1" spc="-105" dirty="0">
                <a:solidFill>
                  <a:srgbClr val="1A254F"/>
                </a:solidFill>
                <a:latin typeface="Arial"/>
                <a:cs typeface="Arial"/>
              </a:rPr>
              <a:t>Y</a:t>
            </a:r>
            <a:r>
              <a:rPr sz="800" b="1" spc="-25" dirty="0">
                <a:solidFill>
                  <a:srgbClr val="1A254F"/>
                </a:solidFill>
                <a:latin typeface="Arial"/>
                <a:cs typeface="Arial"/>
              </a:rPr>
              <a:t>ear</a:t>
            </a:r>
            <a:endParaRPr sz="8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725005" y="2229840"/>
            <a:ext cx="3105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" dirty="0">
                <a:solidFill>
                  <a:srgbClr val="151616"/>
                </a:solidFill>
                <a:latin typeface="Arial"/>
                <a:cs typeface="Arial"/>
              </a:rPr>
              <a:t>71.7%</a:t>
            </a:r>
            <a:endParaRPr sz="800">
              <a:latin typeface="Arial"/>
              <a:cs typeface="Arial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331050" y="1839487"/>
            <a:ext cx="1096010" cy="617855"/>
          </a:xfrm>
          <a:custGeom>
            <a:avLst/>
            <a:gdLst/>
            <a:ahLst/>
            <a:cxnLst/>
            <a:rect l="l" t="t" r="r" b="b"/>
            <a:pathLst>
              <a:path w="1096010" h="617855">
                <a:moveTo>
                  <a:pt x="1095883" y="467880"/>
                </a:moveTo>
                <a:lnTo>
                  <a:pt x="987882" y="318389"/>
                </a:lnTo>
                <a:lnTo>
                  <a:pt x="149491" y="318389"/>
                </a:lnTo>
                <a:lnTo>
                  <a:pt x="102362" y="326047"/>
                </a:lnTo>
                <a:lnTo>
                  <a:pt x="61353" y="347332"/>
                </a:lnTo>
                <a:lnTo>
                  <a:pt x="28943" y="379742"/>
                </a:lnTo>
                <a:lnTo>
                  <a:pt x="7658" y="420763"/>
                </a:lnTo>
                <a:lnTo>
                  <a:pt x="0" y="467880"/>
                </a:lnTo>
                <a:lnTo>
                  <a:pt x="7658" y="514997"/>
                </a:lnTo>
                <a:lnTo>
                  <a:pt x="28943" y="556018"/>
                </a:lnTo>
                <a:lnTo>
                  <a:pt x="61353" y="588429"/>
                </a:lnTo>
                <a:lnTo>
                  <a:pt x="102374" y="609714"/>
                </a:lnTo>
                <a:lnTo>
                  <a:pt x="149491" y="617359"/>
                </a:lnTo>
                <a:lnTo>
                  <a:pt x="987882" y="617359"/>
                </a:lnTo>
                <a:lnTo>
                  <a:pt x="1095883" y="467880"/>
                </a:lnTo>
                <a:close/>
              </a:path>
              <a:path w="1096010" h="617855">
                <a:moveTo>
                  <a:pt x="1095883" y="149491"/>
                </a:moveTo>
                <a:lnTo>
                  <a:pt x="987882" y="0"/>
                </a:lnTo>
                <a:lnTo>
                  <a:pt x="149491" y="0"/>
                </a:lnTo>
                <a:lnTo>
                  <a:pt x="102362" y="7658"/>
                </a:lnTo>
                <a:lnTo>
                  <a:pt x="61353" y="28943"/>
                </a:lnTo>
                <a:lnTo>
                  <a:pt x="28943" y="61353"/>
                </a:lnTo>
                <a:lnTo>
                  <a:pt x="7658" y="102362"/>
                </a:lnTo>
                <a:lnTo>
                  <a:pt x="0" y="149491"/>
                </a:lnTo>
                <a:lnTo>
                  <a:pt x="7658" y="196608"/>
                </a:lnTo>
                <a:lnTo>
                  <a:pt x="28943" y="237629"/>
                </a:lnTo>
                <a:lnTo>
                  <a:pt x="61353" y="270027"/>
                </a:lnTo>
                <a:lnTo>
                  <a:pt x="102374" y="291312"/>
                </a:lnTo>
                <a:lnTo>
                  <a:pt x="149491" y="298970"/>
                </a:lnTo>
                <a:lnTo>
                  <a:pt x="987882" y="298970"/>
                </a:lnTo>
                <a:lnTo>
                  <a:pt x="1095883" y="149491"/>
                </a:lnTo>
                <a:close/>
              </a:path>
            </a:pathLst>
          </a:custGeom>
          <a:solidFill>
            <a:srgbClr val="008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96746" y="1910326"/>
            <a:ext cx="72580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55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850" b="1" spc="3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850" b="1" spc="40" dirty="0">
                <a:solidFill>
                  <a:srgbClr val="FFFFFF"/>
                </a:solidFill>
                <a:latin typeface="Trebuchet MS"/>
                <a:cs typeface="Trebuchet MS"/>
              </a:rPr>
              <a:t>GR</a:t>
            </a:r>
            <a:r>
              <a:rPr sz="85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b="1" spc="-10" dirty="0">
                <a:solidFill>
                  <a:srgbClr val="FFFFFF"/>
                </a:solidFill>
                <a:latin typeface="Trebuchet MS"/>
                <a:cs typeface="Trebuchet MS"/>
              </a:rPr>
              <a:t>Returns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96746" y="2219515"/>
            <a:ext cx="711835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6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850" b="1" spc="-3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850" b="1" spc="-30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sz="850" b="1" spc="-2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850" b="1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85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850" b="1" spc="-30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850" b="1" spc="-2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850" b="1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850" b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b="1" spc="-2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850" b="1" spc="2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850" b="1" spc="3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331050" y="2479135"/>
            <a:ext cx="1096010" cy="617855"/>
          </a:xfrm>
          <a:custGeom>
            <a:avLst/>
            <a:gdLst/>
            <a:ahLst/>
            <a:cxnLst/>
            <a:rect l="l" t="t" r="r" b="b"/>
            <a:pathLst>
              <a:path w="1096010" h="617855">
                <a:moveTo>
                  <a:pt x="1095883" y="467868"/>
                </a:moveTo>
                <a:lnTo>
                  <a:pt x="987882" y="318389"/>
                </a:lnTo>
                <a:lnTo>
                  <a:pt x="149491" y="318389"/>
                </a:lnTo>
                <a:lnTo>
                  <a:pt x="102362" y="326034"/>
                </a:lnTo>
                <a:lnTo>
                  <a:pt x="61353" y="347332"/>
                </a:lnTo>
                <a:lnTo>
                  <a:pt x="28943" y="379730"/>
                </a:lnTo>
                <a:lnTo>
                  <a:pt x="7658" y="420751"/>
                </a:lnTo>
                <a:lnTo>
                  <a:pt x="0" y="467868"/>
                </a:lnTo>
                <a:lnTo>
                  <a:pt x="7658" y="514985"/>
                </a:lnTo>
                <a:lnTo>
                  <a:pt x="28943" y="556006"/>
                </a:lnTo>
                <a:lnTo>
                  <a:pt x="61353" y="588416"/>
                </a:lnTo>
                <a:lnTo>
                  <a:pt x="102374" y="609701"/>
                </a:lnTo>
                <a:lnTo>
                  <a:pt x="149491" y="617359"/>
                </a:lnTo>
                <a:lnTo>
                  <a:pt x="987882" y="617359"/>
                </a:lnTo>
                <a:lnTo>
                  <a:pt x="1095883" y="467868"/>
                </a:lnTo>
                <a:close/>
              </a:path>
              <a:path w="1096010" h="617855">
                <a:moveTo>
                  <a:pt x="1095883" y="149479"/>
                </a:moveTo>
                <a:lnTo>
                  <a:pt x="987882" y="0"/>
                </a:lnTo>
                <a:lnTo>
                  <a:pt x="149491" y="0"/>
                </a:lnTo>
                <a:lnTo>
                  <a:pt x="102362" y="7645"/>
                </a:lnTo>
                <a:lnTo>
                  <a:pt x="61353" y="28930"/>
                </a:lnTo>
                <a:lnTo>
                  <a:pt x="28943" y="61341"/>
                </a:lnTo>
                <a:lnTo>
                  <a:pt x="7658" y="102362"/>
                </a:lnTo>
                <a:lnTo>
                  <a:pt x="0" y="149479"/>
                </a:lnTo>
                <a:lnTo>
                  <a:pt x="7658" y="196596"/>
                </a:lnTo>
                <a:lnTo>
                  <a:pt x="28943" y="237617"/>
                </a:lnTo>
                <a:lnTo>
                  <a:pt x="61353" y="270027"/>
                </a:lnTo>
                <a:lnTo>
                  <a:pt x="102374" y="291312"/>
                </a:lnTo>
                <a:lnTo>
                  <a:pt x="149491" y="298958"/>
                </a:lnTo>
                <a:lnTo>
                  <a:pt x="987882" y="298958"/>
                </a:lnTo>
                <a:lnTo>
                  <a:pt x="1095883" y="149479"/>
                </a:lnTo>
                <a:close/>
              </a:path>
            </a:pathLst>
          </a:custGeom>
          <a:solidFill>
            <a:srgbClr val="0088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496746" y="2549966"/>
            <a:ext cx="60960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5" dirty="0">
                <a:solidFill>
                  <a:srgbClr val="FFFFFF"/>
                </a:solidFill>
                <a:latin typeface="Trebuchet MS"/>
                <a:cs typeface="Trebuchet MS"/>
              </a:rPr>
              <a:t>Nifty</a:t>
            </a:r>
            <a:r>
              <a:rPr sz="85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b="1" spc="-5" dirty="0">
                <a:solidFill>
                  <a:srgbClr val="FFFFFF"/>
                </a:solidFill>
                <a:latin typeface="Trebuchet MS"/>
                <a:cs typeface="Trebuchet MS"/>
              </a:rPr>
              <a:t>50</a:t>
            </a:r>
            <a:r>
              <a:rPr sz="85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50" b="1" spc="15" dirty="0">
                <a:solidFill>
                  <a:srgbClr val="FFFFFF"/>
                </a:solidFill>
                <a:latin typeface="Trebuchet MS"/>
                <a:cs typeface="Trebuchet MS"/>
              </a:rPr>
              <a:t>TRI</a:t>
            </a:r>
            <a:endParaRPr sz="850">
              <a:latin typeface="Trebuchet MS"/>
              <a:cs typeface="Trebuchet MS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1571285" y="2138446"/>
            <a:ext cx="1988185" cy="674370"/>
            <a:chOff x="1571285" y="2138446"/>
            <a:chExt cx="1988185" cy="674370"/>
          </a:xfrm>
        </p:grpSpPr>
        <p:pic>
          <p:nvPicPr>
            <p:cNvPr id="91" name="object 9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71285" y="2778094"/>
              <a:ext cx="618492" cy="34232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71285" y="2456845"/>
              <a:ext cx="618492" cy="34232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38707" y="2138446"/>
              <a:ext cx="618492" cy="34232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38707" y="2778094"/>
              <a:ext cx="618492" cy="34232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38707" y="2456845"/>
              <a:ext cx="618492" cy="34232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40409" y="2138446"/>
              <a:ext cx="618492" cy="34232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40409" y="2456845"/>
              <a:ext cx="618492" cy="34232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40409" y="2778094"/>
              <a:ext cx="618492" cy="34232"/>
            </a:xfrm>
            <a:prstGeom prst="rect">
              <a:avLst/>
            </a:prstGeom>
          </p:spPr>
        </p:pic>
      </p:grpSp>
      <p:sp>
        <p:nvSpPr>
          <p:cNvPr id="99" name="object 99"/>
          <p:cNvSpPr txBox="1"/>
          <p:nvPr/>
        </p:nvSpPr>
        <p:spPr>
          <a:xfrm>
            <a:off x="1725437" y="2551114"/>
            <a:ext cx="3105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" dirty="0">
                <a:solidFill>
                  <a:srgbClr val="151616"/>
                </a:solidFill>
                <a:latin typeface="Arial"/>
                <a:cs typeface="Arial"/>
              </a:rPr>
              <a:t>26.5%</a:t>
            </a:r>
            <a:endParaRPr sz="80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392427" y="2229840"/>
            <a:ext cx="3105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" dirty="0">
                <a:solidFill>
                  <a:srgbClr val="151616"/>
                </a:solidFill>
                <a:latin typeface="Arial"/>
                <a:cs typeface="Arial"/>
              </a:rPr>
              <a:t>33.9%</a:t>
            </a:r>
            <a:endParaRPr sz="8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2392858" y="2551114"/>
            <a:ext cx="3105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" dirty="0">
                <a:solidFill>
                  <a:srgbClr val="151616"/>
                </a:solidFill>
                <a:latin typeface="Arial"/>
                <a:cs typeface="Arial"/>
              </a:rPr>
              <a:t>16.9%</a:t>
            </a:r>
            <a:endParaRPr sz="8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094132" y="2229840"/>
            <a:ext cx="3105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" dirty="0">
                <a:solidFill>
                  <a:srgbClr val="151616"/>
                </a:solidFill>
                <a:latin typeface="Arial"/>
                <a:cs typeface="Arial"/>
              </a:rPr>
              <a:t>23.3%</a:t>
            </a:r>
            <a:endParaRPr sz="8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3094564" y="2551114"/>
            <a:ext cx="3105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" dirty="0">
                <a:solidFill>
                  <a:srgbClr val="151616"/>
                </a:solidFill>
                <a:latin typeface="Arial"/>
                <a:cs typeface="Arial"/>
              </a:rPr>
              <a:t>15.3%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3648957" y="2138446"/>
            <a:ext cx="1320165" cy="674370"/>
            <a:chOff x="3648957" y="2138446"/>
            <a:chExt cx="1320165" cy="674370"/>
          </a:xfrm>
        </p:grpSpPr>
        <p:pic>
          <p:nvPicPr>
            <p:cNvPr id="105" name="object 10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48957" y="2138446"/>
              <a:ext cx="618492" cy="34232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48957" y="2456845"/>
              <a:ext cx="618492" cy="34232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48957" y="2778094"/>
              <a:ext cx="618492" cy="34232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350504" y="2138446"/>
              <a:ext cx="618492" cy="34232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50504" y="2456845"/>
              <a:ext cx="618492" cy="34232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50504" y="2778094"/>
              <a:ext cx="618492" cy="34232"/>
            </a:xfrm>
            <a:prstGeom prst="rect">
              <a:avLst/>
            </a:prstGeom>
          </p:spPr>
        </p:pic>
      </p:grpSp>
      <p:sp>
        <p:nvSpPr>
          <p:cNvPr id="111" name="object 111"/>
          <p:cNvSpPr txBox="1"/>
          <p:nvPr/>
        </p:nvSpPr>
        <p:spPr>
          <a:xfrm>
            <a:off x="3802681" y="2229840"/>
            <a:ext cx="3105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" dirty="0">
                <a:solidFill>
                  <a:srgbClr val="151616"/>
                </a:solidFill>
                <a:latin typeface="Arial"/>
                <a:cs typeface="Arial"/>
              </a:rPr>
              <a:t>15.5%</a:t>
            </a:r>
            <a:endParaRPr sz="80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803112" y="2551114"/>
            <a:ext cx="3105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" dirty="0">
                <a:solidFill>
                  <a:srgbClr val="151616"/>
                </a:solidFill>
                <a:latin typeface="Arial"/>
                <a:cs typeface="Arial"/>
              </a:rPr>
              <a:t>14.3%</a:t>
            </a:r>
            <a:endParaRPr sz="80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4504227" y="2229840"/>
            <a:ext cx="3105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" dirty="0">
                <a:solidFill>
                  <a:srgbClr val="151616"/>
                </a:solidFill>
                <a:latin typeface="Arial"/>
                <a:cs typeface="Arial"/>
              </a:rPr>
              <a:t>18.1%</a:t>
            </a:r>
            <a:endParaRPr sz="80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4504659" y="2551114"/>
            <a:ext cx="31051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" dirty="0">
                <a:solidFill>
                  <a:srgbClr val="151616"/>
                </a:solidFill>
                <a:latin typeface="Arial"/>
                <a:cs typeface="Arial"/>
              </a:rPr>
              <a:t>14.1%</a:t>
            </a:r>
            <a:endParaRPr sz="80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293668" y="2863825"/>
            <a:ext cx="4711700" cy="624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>
              <a:lnSpc>
                <a:spcPct val="100000"/>
              </a:lnSpc>
              <a:spcBef>
                <a:spcPts val="100"/>
              </a:spcBef>
              <a:tabLst>
                <a:tab pos="1444625" algn="l"/>
                <a:tab pos="2112010" algn="l"/>
                <a:tab pos="2814320" algn="l"/>
                <a:tab pos="3492500" algn="l"/>
                <a:tab pos="4223385" algn="l"/>
              </a:tabLst>
            </a:pPr>
            <a:r>
              <a:rPr sz="1275" b="1" spc="7" baseline="3267" dirty="0">
                <a:solidFill>
                  <a:srgbClr val="FFFFFF"/>
                </a:solidFill>
                <a:latin typeface="Trebuchet MS"/>
                <a:cs typeface="Trebuchet MS"/>
              </a:rPr>
              <a:t>Nifty</a:t>
            </a:r>
            <a:r>
              <a:rPr sz="1275" b="1" spc="-142" baseline="3267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75" b="1" spc="-7" baseline="3267" dirty="0">
                <a:solidFill>
                  <a:srgbClr val="FFFFFF"/>
                </a:solidFill>
                <a:latin typeface="Trebuchet MS"/>
                <a:cs typeface="Trebuchet MS"/>
              </a:rPr>
              <a:t>500</a:t>
            </a:r>
            <a:r>
              <a:rPr sz="1275" b="1" spc="-142" baseline="3267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75" b="1" spc="22" baseline="3267" dirty="0">
                <a:solidFill>
                  <a:srgbClr val="FFFFFF"/>
                </a:solidFill>
                <a:latin typeface="Trebuchet MS"/>
                <a:cs typeface="Trebuchet MS"/>
              </a:rPr>
              <a:t>TRI	</a:t>
            </a:r>
            <a:r>
              <a:rPr sz="800" b="1" spc="-5" dirty="0">
                <a:solidFill>
                  <a:srgbClr val="151616"/>
                </a:solidFill>
                <a:latin typeface="Arial"/>
                <a:cs typeface="Arial"/>
              </a:rPr>
              <a:t>39.3%	20.5%	18.0%	16.15%	15.1%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Source: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70" dirty="0">
                <a:solidFill>
                  <a:srgbClr val="151616"/>
                </a:solidFill>
                <a:latin typeface="Arial"/>
                <a:cs typeface="Arial"/>
              </a:rPr>
              <a:t>NSE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Indices.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Data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5" dirty="0">
                <a:solidFill>
                  <a:srgbClr val="151616"/>
                </a:solidFill>
                <a:latin typeface="Arial"/>
                <a:cs typeface="Arial"/>
              </a:rPr>
              <a:t>as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 on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April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30,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5" dirty="0">
                <a:solidFill>
                  <a:srgbClr val="151616"/>
                </a:solidFill>
                <a:latin typeface="Arial"/>
                <a:cs typeface="Arial"/>
              </a:rPr>
              <a:t>2024.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Since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IncepNon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returns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 computed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is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from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Jan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01,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15" dirty="0">
                <a:solidFill>
                  <a:srgbClr val="151616"/>
                </a:solidFill>
                <a:latin typeface="Arial"/>
                <a:cs typeface="Arial"/>
              </a:rPr>
              <a:t>2004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for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all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the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indices </a:t>
            </a:r>
            <a:r>
              <a:rPr sz="700" i="1" spc="10" dirty="0">
                <a:solidFill>
                  <a:srgbClr val="151616"/>
                </a:solidFill>
                <a:latin typeface="Arial"/>
                <a:cs typeface="Arial"/>
              </a:rPr>
              <a:t>that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is </a:t>
            </a:r>
            <a:r>
              <a:rPr sz="700" i="1" spc="-18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since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incepNon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date</a:t>
            </a:r>
            <a:r>
              <a:rPr sz="700" i="1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of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10" dirty="0">
                <a:solidFill>
                  <a:srgbClr val="151616"/>
                </a:solidFill>
                <a:latin typeface="Arial"/>
                <a:cs typeface="Arial"/>
              </a:rPr>
              <a:t>Nifty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Auto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0" dirty="0">
                <a:solidFill>
                  <a:srgbClr val="151616"/>
                </a:solidFill>
                <a:latin typeface="Arial"/>
                <a:cs typeface="Arial"/>
              </a:rPr>
              <a:t>TRI.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Past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performance</a:t>
            </a:r>
            <a:r>
              <a:rPr sz="700" i="1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may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or</a:t>
            </a:r>
            <a:r>
              <a:rPr sz="700" i="1" spc="-1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may</a:t>
            </a:r>
            <a:r>
              <a:rPr sz="700" i="1" spc="-1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not 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be</a:t>
            </a:r>
            <a:r>
              <a:rPr sz="700" i="1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sustained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in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future.</a:t>
            </a:r>
            <a:r>
              <a:rPr sz="700" i="1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Returns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computed</a:t>
            </a:r>
            <a:r>
              <a:rPr sz="700" i="1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are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on 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70" dirty="0">
                <a:solidFill>
                  <a:srgbClr val="151616"/>
                </a:solidFill>
                <a:latin typeface="Arial"/>
                <a:cs typeface="Arial"/>
              </a:rPr>
              <a:t>CAGR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basis.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For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Disclaimer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on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70" dirty="0">
                <a:solidFill>
                  <a:srgbClr val="151616"/>
                </a:solidFill>
                <a:latin typeface="Arial"/>
                <a:cs typeface="Arial"/>
              </a:rPr>
              <a:t>NSE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Indices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please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refer</a:t>
            </a:r>
            <a:r>
              <a:rPr sz="700" i="1" spc="-5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the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5" dirty="0">
                <a:solidFill>
                  <a:srgbClr val="151616"/>
                </a:solidFill>
                <a:latin typeface="Arial"/>
                <a:cs typeface="Arial"/>
              </a:rPr>
              <a:t>last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page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of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the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5" dirty="0">
                <a:solidFill>
                  <a:srgbClr val="151616"/>
                </a:solidFill>
                <a:latin typeface="Arial"/>
                <a:cs typeface="Arial"/>
              </a:rPr>
              <a:t>leaﬂet.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944" y="7297621"/>
            <a:ext cx="4425739" cy="8494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2134" y="7063462"/>
            <a:ext cx="5327650" cy="170815"/>
            <a:chOff x="-2134" y="7063462"/>
            <a:chExt cx="5327650" cy="170815"/>
          </a:xfrm>
        </p:grpSpPr>
        <p:sp>
          <p:nvSpPr>
            <p:cNvPr id="4" name="object 4"/>
            <p:cNvSpPr/>
            <p:nvPr/>
          </p:nvSpPr>
          <p:spPr>
            <a:xfrm>
              <a:off x="-2134" y="7063462"/>
              <a:ext cx="5327650" cy="170815"/>
            </a:xfrm>
            <a:custGeom>
              <a:avLst/>
              <a:gdLst/>
              <a:ahLst/>
              <a:cxnLst/>
              <a:rect l="l" t="t" r="r" b="b"/>
              <a:pathLst>
                <a:path w="5327650" h="170815">
                  <a:moveTo>
                    <a:pt x="5327135" y="0"/>
                  </a:moveTo>
                  <a:lnTo>
                    <a:pt x="0" y="0"/>
                  </a:lnTo>
                  <a:lnTo>
                    <a:pt x="0" y="170337"/>
                  </a:lnTo>
                  <a:lnTo>
                    <a:pt x="5327135" y="170337"/>
                  </a:lnTo>
                  <a:lnTo>
                    <a:pt x="5327135" y="0"/>
                  </a:lnTo>
                  <a:close/>
                </a:path>
              </a:pathLst>
            </a:custGeom>
            <a:solidFill>
              <a:srgbClr val="008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7473" y="7107958"/>
              <a:ext cx="674913" cy="1239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9283" y="7116480"/>
              <a:ext cx="790465" cy="6032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60539" y="7107184"/>
              <a:ext cx="8890" cy="81915"/>
            </a:xfrm>
            <a:custGeom>
              <a:avLst/>
              <a:gdLst/>
              <a:ahLst/>
              <a:cxnLst/>
              <a:rect l="l" t="t" r="r" b="b"/>
              <a:pathLst>
                <a:path w="8889" h="81915">
                  <a:moveTo>
                    <a:pt x="8643" y="0"/>
                  </a:moveTo>
                  <a:lnTo>
                    <a:pt x="0" y="0"/>
                  </a:lnTo>
                  <a:lnTo>
                    <a:pt x="0" y="81542"/>
                  </a:lnTo>
                  <a:lnTo>
                    <a:pt x="8643" y="81542"/>
                  </a:lnTo>
                  <a:lnTo>
                    <a:pt x="86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41272" y="7116480"/>
              <a:ext cx="727826" cy="734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38255" y="7107184"/>
              <a:ext cx="8890" cy="81915"/>
            </a:xfrm>
            <a:custGeom>
              <a:avLst/>
              <a:gdLst/>
              <a:ahLst/>
              <a:cxnLst/>
              <a:rect l="l" t="t" r="r" b="b"/>
              <a:pathLst>
                <a:path w="8889" h="81915">
                  <a:moveTo>
                    <a:pt x="8647" y="0"/>
                  </a:moveTo>
                  <a:lnTo>
                    <a:pt x="0" y="0"/>
                  </a:lnTo>
                  <a:lnTo>
                    <a:pt x="0" y="81542"/>
                  </a:lnTo>
                  <a:lnTo>
                    <a:pt x="8647" y="81542"/>
                  </a:lnTo>
                  <a:lnTo>
                    <a:pt x="86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13372" y="7116480"/>
              <a:ext cx="719096" cy="6032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405378" y="7107193"/>
              <a:ext cx="408940" cy="81915"/>
            </a:xfrm>
            <a:custGeom>
              <a:avLst/>
              <a:gdLst/>
              <a:ahLst/>
              <a:cxnLst/>
              <a:rect l="l" t="t" r="r" b="b"/>
              <a:pathLst>
                <a:path w="408939" h="81915">
                  <a:moveTo>
                    <a:pt x="8648" y="0"/>
                  </a:moveTo>
                  <a:lnTo>
                    <a:pt x="0" y="0"/>
                  </a:lnTo>
                  <a:lnTo>
                    <a:pt x="0" y="81534"/>
                  </a:lnTo>
                  <a:lnTo>
                    <a:pt x="8648" y="81534"/>
                  </a:lnTo>
                  <a:lnTo>
                    <a:pt x="8648" y="0"/>
                  </a:lnTo>
                  <a:close/>
                </a:path>
                <a:path w="408939" h="81915">
                  <a:moveTo>
                    <a:pt x="114503" y="10426"/>
                  </a:moveTo>
                  <a:lnTo>
                    <a:pt x="81965" y="10426"/>
                  </a:lnTo>
                  <a:lnTo>
                    <a:pt x="81965" y="68668"/>
                  </a:lnTo>
                  <a:lnTo>
                    <a:pt x="93713" y="68668"/>
                  </a:lnTo>
                  <a:lnTo>
                    <a:pt x="93713" y="43383"/>
                  </a:lnTo>
                  <a:lnTo>
                    <a:pt x="113284" y="43383"/>
                  </a:lnTo>
                  <a:lnTo>
                    <a:pt x="113284" y="33756"/>
                  </a:lnTo>
                  <a:lnTo>
                    <a:pt x="93713" y="33756"/>
                  </a:lnTo>
                  <a:lnTo>
                    <a:pt x="93713" y="20053"/>
                  </a:lnTo>
                  <a:lnTo>
                    <a:pt x="114503" y="20053"/>
                  </a:lnTo>
                  <a:lnTo>
                    <a:pt x="114503" y="10426"/>
                  </a:lnTo>
                  <a:close/>
                </a:path>
                <a:path w="408939" h="81915">
                  <a:moveTo>
                    <a:pt x="151650" y="51028"/>
                  </a:moveTo>
                  <a:lnTo>
                    <a:pt x="140360" y="24015"/>
                  </a:lnTo>
                  <a:lnTo>
                    <a:pt x="140360" y="52920"/>
                  </a:lnTo>
                  <a:lnTo>
                    <a:pt x="140004" y="56159"/>
                  </a:lnTo>
                  <a:lnTo>
                    <a:pt x="138264" y="60947"/>
                  </a:lnTo>
                  <a:lnTo>
                    <a:pt x="136690" y="62141"/>
                  </a:lnTo>
                  <a:lnTo>
                    <a:pt x="133045" y="62141"/>
                  </a:lnTo>
                  <a:lnTo>
                    <a:pt x="128409" y="50482"/>
                  </a:lnTo>
                  <a:lnTo>
                    <a:pt x="128498" y="41236"/>
                  </a:lnTo>
                  <a:lnTo>
                    <a:pt x="133045" y="31318"/>
                  </a:lnTo>
                  <a:lnTo>
                    <a:pt x="136690" y="31318"/>
                  </a:lnTo>
                  <a:lnTo>
                    <a:pt x="138264" y="32512"/>
                  </a:lnTo>
                  <a:lnTo>
                    <a:pt x="140004" y="37287"/>
                  </a:lnTo>
                  <a:lnTo>
                    <a:pt x="140246" y="39497"/>
                  </a:lnTo>
                  <a:lnTo>
                    <a:pt x="140360" y="52920"/>
                  </a:lnTo>
                  <a:lnTo>
                    <a:pt x="140360" y="24015"/>
                  </a:lnTo>
                  <a:lnTo>
                    <a:pt x="137769" y="23596"/>
                  </a:lnTo>
                  <a:lnTo>
                    <a:pt x="134404" y="23647"/>
                  </a:lnTo>
                  <a:lnTo>
                    <a:pt x="131191" y="23647"/>
                  </a:lnTo>
                  <a:lnTo>
                    <a:pt x="117157" y="51028"/>
                  </a:lnTo>
                  <a:lnTo>
                    <a:pt x="117386" y="53886"/>
                  </a:lnTo>
                  <a:lnTo>
                    <a:pt x="131038" y="69621"/>
                  </a:lnTo>
                  <a:lnTo>
                    <a:pt x="134404" y="69557"/>
                  </a:lnTo>
                  <a:lnTo>
                    <a:pt x="137617" y="69557"/>
                  </a:lnTo>
                  <a:lnTo>
                    <a:pt x="140322" y="69100"/>
                  </a:lnTo>
                  <a:lnTo>
                    <a:pt x="144729" y="67259"/>
                  </a:lnTo>
                  <a:lnTo>
                    <a:pt x="146507" y="65824"/>
                  </a:lnTo>
                  <a:lnTo>
                    <a:pt x="149098" y="62141"/>
                  </a:lnTo>
                  <a:lnTo>
                    <a:pt x="149225" y="61963"/>
                  </a:lnTo>
                  <a:lnTo>
                    <a:pt x="150202" y="59563"/>
                  </a:lnTo>
                  <a:lnTo>
                    <a:pt x="151384" y="53886"/>
                  </a:lnTo>
                  <a:lnTo>
                    <a:pt x="151650" y="51028"/>
                  </a:lnTo>
                  <a:close/>
                </a:path>
                <a:path w="408939" h="81915">
                  <a:moveTo>
                    <a:pt x="170218" y="10426"/>
                  </a:moveTo>
                  <a:lnTo>
                    <a:pt x="158953" y="10426"/>
                  </a:lnTo>
                  <a:lnTo>
                    <a:pt x="158953" y="68668"/>
                  </a:lnTo>
                  <a:lnTo>
                    <a:pt x="170218" y="68668"/>
                  </a:lnTo>
                  <a:lnTo>
                    <a:pt x="170218" y="10426"/>
                  </a:lnTo>
                  <a:close/>
                </a:path>
                <a:path w="408939" h="81915">
                  <a:moveTo>
                    <a:pt x="190601" y="10426"/>
                  </a:moveTo>
                  <a:lnTo>
                    <a:pt x="179349" y="10426"/>
                  </a:lnTo>
                  <a:lnTo>
                    <a:pt x="179349" y="68668"/>
                  </a:lnTo>
                  <a:lnTo>
                    <a:pt x="190601" y="68668"/>
                  </a:lnTo>
                  <a:lnTo>
                    <a:pt x="190601" y="10426"/>
                  </a:lnTo>
                  <a:close/>
                </a:path>
                <a:path w="408939" h="81915">
                  <a:moveTo>
                    <a:pt x="232397" y="51028"/>
                  </a:moveTo>
                  <a:lnTo>
                    <a:pt x="221107" y="24015"/>
                  </a:lnTo>
                  <a:lnTo>
                    <a:pt x="221107" y="52920"/>
                  </a:lnTo>
                  <a:lnTo>
                    <a:pt x="220751" y="56159"/>
                  </a:lnTo>
                  <a:lnTo>
                    <a:pt x="219011" y="60947"/>
                  </a:lnTo>
                  <a:lnTo>
                    <a:pt x="217424" y="62141"/>
                  </a:lnTo>
                  <a:lnTo>
                    <a:pt x="213791" y="62141"/>
                  </a:lnTo>
                  <a:lnTo>
                    <a:pt x="209156" y="50482"/>
                  </a:lnTo>
                  <a:lnTo>
                    <a:pt x="209232" y="41236"/>
                  </a:lnTo>
                  <a:lnTo>
                    <a:pt x="213791" y="31318"/>
                  </a:lnTo>
                  <a:lnTo>
                    <a:pt x="217424" y="31318"/>
                  </a:lnTo>
                  <a:lnTo>
                    <a:pt x="219011" y="32512"/>
                  </a:lnTo>
                  <a:lnTo>
                    <a:pt x="220751" y="37287"/>
                  </a:lnTo>
                  <a:lnTo>
                    <a:pt x="220992" y="39497"/>
                  </a:lnTo>
                  <a:lnTo>
                    <a:pt x="221107" y="52920"/>
                  </a:lnTo>
                  <a:lnTo>
                    <a:pt x="221107" y="24015"/>
                  </a:lnTo>
                  <a:lnTo>
                    <a:pt x="218516" y="23596"/>
                  </a:lnTo>
                  <a:lnTo>
                    <a:pt x="215150" y="23647"/>
                  </a:lnTo>
                  <a:lnTo>
                    <a:pt x="211937" y="23647"/>
                  </a:lnTo>
                  <a:lnTo>
                    <a:pt x="197904" y="51028"/>
                  </a:lnTo>
                  <a:lnTo>
                    <a:pt x="198132" y="53886"/>
                  </a:lnTo>
                  <a:lnTo>
                    <a:pt x="211772" y="69621"/>
                  </a:lnTo>
                  <a:lnTo>
                    <a:pt x="215150" y="69557"/>
                  </a:lnTo>
                  <a:lnTo>
                    <a:pt x="218351" y="69557"/>
                  </a:lnTo>
                  <a:lnTo>
                    <a:pt x="221056" y="69100"/>
                  </a:lnTo>
                  <a:lnTo>
                    <a:pt x="225463" y="67259"/>
                  </a:lnTo>
                  <a:lnTo>
                    <a:pt x="227253" y="65824"/>
                  </a:lnTo>
                  <a:lnTo>
                    <a:pt x="229831" y="62141"/>
                  </a:lnTo>
                  <a:lnTo>
                    <a:pt x="229958" y="61963"/>
                  </a:lnTo>
                  <a:lnTo>
                    <a:pt x="230936" y="59563"/>
                  </a:lnTo>
                  <a:lnTo>
                    <a:pt x="232117" y="53886"/>
                  </a:lnTo>
                  <a:lnTo>
                    <a:pt x="232397" y="51028"/>
                  </a:lnTo>
                  <a:close/>
                </a:path>
                <a:path w="408939" h="81915">
                  <a:moveTo>
                    <a:pt x="293204" y="24790"/>
                  </a:moveTo>
                  <a:lnTo>
                    <a:pt x="282435" y="24790"/>
                  </a:lnTo>
                  <a:lnTo>
                    <a:pt x="277126" y="55943"/>
                  </a:lnTo>
                  <a:lnTo>
                    <a:pt x="276974" y="55943"/>
                  </a:lnTo>
                  <a:lnTo>
                    <a:pt x="271183" y="24790"/>
                  </a:lnTo>
                  <a:lnTo>
                    <a:pt x="258953" y="24790"/>
                  </a:lnTo>
                  <a:lnTo>
                    <a:pt x="253479" y="55943"/>
                  </a:lnTo>
                  <a:lnTo>
                    <a:pt x="253314" y="55943"/>
                  </a:lnTo>
                  <a:lnTo>
                    <a:pt x="248183" y="24790"/>
                  </a:lnTo>
                  <a:lnTo>
                    <a:pt x="236918" y="24790"/>
                  </a:lnTo>
                  <a:lnTo>
                    <a:pt x="246468" y="68668"/>
                  </a:lnTo>
                  <a:lnTo>
                    <a:pt x="259524" y="68668"/>
                  </a:lnTo>
                  <a:lnTo>
                    <a:pt x="264972" y="37515"/>
                  </a:lnTo>
                  <a:lnTo>
                    <a:pt x="265137" y="37515"/>
                  </a:lnTo>
                  <a:lnTo>
                    <a:pt x="270941" y="68668"/>
                  </a:lnTo>
                  <a:lnTo>
                    <a:pt x="283743" y="68668"/>
                  </a:lnTo>
                  <a:lnTo>
                    <a:pt x="293204" y="24790"/>
                  </a:lnTo>
                  <a:close/>
                </a:path>
                <a:path w="408939" h="81915">
                  <a:moveTo>
                    <a:pt x="352005" y="24790"/>
                  </a:moveTo>
                  <a:lnTo>
                    <a:pt x="340741" y="24790"/>
                  </a:lnTo>
                  <a:lnTo>
                    <a:pt x="340741" y="58750"/>
                  </a:lnTo>
                  <a:lnTo>
                    <a:pt x="338759" y="61163"/>
                  </a:lnTo>
                  <a:lnTo>
                    <a:pt x="333108" y="61163"/>
                  </a:lnTo>
                  <a:lnTo>
                    <a:pt x="331876" y="60718"/>
                  </a:lnTo>
                  <a:lnTo>
                    <a:pt x="330365" y="58915"/>
                  </a:lnTo>
                  <a:lnTo>
                    <a:pt x="329984" y="57327"/>
                  </a:lnTo>
                  <a:lnTo>
                    <a:pt x="329984" y="24790"/>
                  </a:lnTo>
                  <a:lnTo>
                    <a:pt x="318731" y="24790"/>
                  </a:lnTo>
                  <a:lnTo>
                    <a:pt x="318731" y="61734"/>
                  </a:lnTo>
                  <a:lnTo>
                    <a:pt x="319684" y="64871"/>
                  </a:lnTo>
                  <a:lnTo>
                    <a:pt x="323545" y="68618"/>
                  </a:lnTo>
                  <a:lnTo>
                    <a:pt x="326313" y="69557"/>
                  </a:lnTo>
                  <a:lnTo>
                    <a:pt x="332346" y="69557"/>
                  </a:lnTo>
                  <a:lnTo>
                    <a:pt x="334518" y="69100"/>
                  </a:lnTo>
                  <a:lnTo>
                    <a:pt x="338328" y="67246"/>
                  </a:lnTo>
                  <a:lnTo>
                    <a:pt x="339877" y="65709"/>
                  </a:lnTo>
                  <a:lnTo>
                    <a:pt x="341071" y="63525"/>
                  </a:lnTo>
                  <a:lnTo>
                    <a:pt x="341236" y="63525"/>
                  </a:lnTo>
                  <a:lnTo>
                    <a:pt x="341236" y="68668"/>
                  </a:lnTo>
                  <a:lnTo>
                    <a:pt x="352005" y="68668"/>
                  </a:lnTo>
                  <a:lnTo>
                    <a:pt x="352005" y="24790"/>
                  </a:lnTo>
                  <a:close/>
                </a:path>
                <a:path w="408939" h="81915">
                  <a:moveTo>
                    <a:pt x="390906" y="52705"/>
                  </a:moveTo>
                  <a:lnTo>
                    <a:pt x="390169" y="50088"/>
                  </a:lnTo>
                  <a:lnTo>
                    <a:pt x="387235" y="46228"/>
                  </a:lnTo>
                  <a:lnTo>
                    <a:pt x="384733" y="44665"/>
                  </a:lnTo>
                  <a:lnTo>
                    <a:pt x="372529" y="40589"/>
                  </a:lnTo>
                  <a:lnTo>
                    <a:pt x="371233" y="39852"/>
                  </a:lnTo>
                  <a:lnTo>
                    <a:pt x="369874" y="38112"/>
                  </a:lnTo>
                  <a:lnTo>
                    <a:pt x="369531" y="37134"/>
                  </a:lnTo>
                  <a:lnTo>
                    <a:pt x="369531" y="34467"/>
                  </a:lnTo>
                  <a:lnTo>
                    <a:pt x="370065" y="33286"/>
                  </a:lnTo>
                  <a:lnTo>
                    <a:pt x="372186" y="31699"/>
                  </a:lnTo>
                  <a:lnTo>
                    <a:pt x="373418" y="31318"/>
                  </a:lnTo>
                  <a:lnTo>
                    <a:pt x="376694" y="31318"/>
                  </a:lnTo>
                  <a:lnTo>
                    <a:pt x="377977" y="31851"/>
                  </a:lnTo>
                  <a:lnTo>
                    <a:pt x="379437" y="33959"/>
                  </a:lnTo>
                  <a:lnTo>
                    <a:pt x="379818" y="35636"/>
                  </a:lnTo>
                  <a:lnTo>
                    <a:pt x="379818" y="37922"/>
                  </a:lnTo>
                  <a:lnTo>
                    <a:pt x="389928" y="37922"/>
                  </a:lnTo>
                  <a:lnTo>
                    <a:pt x="389928" y="32156"/>
                  </a:lnTo>
                  <a:lnTo>
                    <a:pt x="388696" y="29083"/>
                  </a:lnTo>
                  <a:lnTo>
                    <a:pt x="383806" y="24739"/>
                  </a:lnTo>
                  <a:lnTo>
                    <a:pt x="380022" y="23647"/>
                  </a:lnTo>
                  <a:lnTo>
                    <a:pt x="372033" y="23647"/>
                  </a:lnTo>
                  <a:lnTo>
                    <a:pt x="358775" y="35064"/>
                  </a:lnTo>
                  <a:lnTo>
                    <a:pt x="358775" y="39954"/>
                  </a:lnTo>
                  <a:lnTo>
                    <a:pt x="359562" y="42494"/>
                  </a:lnTo>
                  <a:lnTo>
                    <a:pt x="362712" y="46469"/>
                  </a:lnTo>
                  <a:lnTo>
                    <a:pt x="365048" y="48006"/>
                  </a:lnTo>
                  <a:lnTo>
                    <a:pt x="377151" y="52374"/>
                  </a:lnTo>
                  <a:lnTo>
                    <a:pt x="378104" y="52971"/>
                  </a:lnTo>
                  <a:lnTo>
                    <a:pt x="379730" y="54432"/>
                  </a:lnTo>
                  <a:lnTo>
                    <a:pt x="380136" y="55511"/>
                  </a:lnTo>
                  <a:lnTo>
                    <a:pt x="380136" y="58661"/>
                  </a:lnTo>
                  <a:lnTo>
                    <a:pt x="379615" y="59969"/>
                  </a:lnTo>
                  <a:lnTo>
                    <a:pt x="377558" y="61709"/>
                  </a:lnTo>
                  <a:lnTo>
                    <a:pt x="376174" y="62141"/>
                  </a:lnTo>
                  <a:lnTo>
                    <a:pt x="372529" y="62141"/>
                  </a:lnTo>
                  <a:lnTo>
                    <a:pt x="371068" y="61556"/>
                  </a:lnTo>
                  <a:lnTo>
                    <a:pt x="369062" y="59220"/>
                  </a:lnTo>
                  <a:lnTo>
                    <a:pt x="368554" y="57683"/>
                  </a:lnTo>
                  <a:lnTo>
                    <a:pt x="368554" y="55778"/>
                  </a:lnTo>
                  <a:lnTo>
                    <a:pt x="368554" y="54305"/>
                  </a:lnTo>
                  <a:lnTo>
                    <a:pt x="358444" y="54305"/>
                  </a:lnTo>
                  <a:lnTo>
                    <a:pt x="358444" y="57975"/>
                  </a:lnTo>
                  <a:lnTo>
                    <a:pt x="371436" y="69557"/>
                  </a:lnTo>
                  <a:lnTo>
                    <a:pt x="376986" y="69557"/>
                  </a:lnTo>
                  <a:lnTo>
                    <a:pt x="390906" y="58369"/>
                  </a:lnTo>
                  <a:lnTo>
                    <a:pt x="390906" y="52705"/>
                  </a:lnTo>
                  <a:close/>
                </a:path>
                <a:path w="408939" h="81915">
                  <a:moveTo>
                    <a:pt x="408774" y="55943"/>
                  </a:moveTo>
                  <a:lnTo>
                    <a:pt x="397992" y="55943"/>
                  </a:lnTo>
                  <a:lnTo>
                    <a:pt x="397992" y="68668"/>
                  </a:lnTo>
                  <a:lnTo>
                    <a:pt x="408774" y="68668"/>
                  </a:lnTo>
                  <a:lnTo>
                    <a:pt x="408774" y="55943"/>
                  </a:lnTo>
                  <a:close/>
                </a:path>
                <a:path w="408939" h="81915">
                  <a:moveTo>
                    <a:pt x="408774" y="26174"/>
                  </a:moveTo>
                  <a:lnTo>
                    <a:pt x="397992" y="26174"/>
                  </a:lnTo>
                  <a:lnTo>
                    <a:pt x="397992" y="38900"/>
                  </a:lnTo>
                  <a:lnTo>
                    <a:pt x="408774" y="38900"/>
                  </a:lnTo>
                  <a:lnTo>
                    <a:pt x="408774" y="26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81479" y="4357500"/>
            <a:ext cx="4436745" cy="245745"/>
            <a:chOff x="581479" y="4357500"/>
            <a:chExt cx="4436745" cy="245745"/>
          </a:xfrm>
        </p:grpSpPr>
        <p:sp>
          <p:nvSpPr>
            <p:cNvPr id="13" name="object 13"/>
            <p:cNvSpPr/>
            <p:nvPr/>
          </p:nvSpPr>
          <p:spPr>
            <a:xfrm>
              <a:off x="653872" y="4357500"/>
              <a:ext cx="4364355" cy="245745"/>
            </a:xfrm>
            <a:custGeom>
              <a:avLst/>
              <a:gdLst/>
              <a:ahLst/>
              <a:cxnLst/>
              <a:rect l="l" t="t" r="r" b="b"/>
              <a:pathLst>
                <a:path w="4364355" h="245745">
                  <a:moveTo>
                    <a:pt x="4292013" y="0"/>
                  </a:moveTo>
                  <a:lnTo>
                    <a:pt x="0" y="0"/>
                  </a:lnTo>
                  <a:lnTo>
                    <a:pt x="0" y="245390"/>
                  </a:lnTo>
                  <a:lnTo>
                    <a:pt x="4292013" y="245390"/>
                  </a:lnTo>
                  <a:lnTo>
                    <a:pt x="4319933" y="239470"/>
                  </a:lnTo>
                  <a:lnTo>
                    <a:pt x="4342799" y="223351"/>
                  </a:lnTo>
                  <a:lnTo>
                    <a:pt x="4358248" y="199495"/>
                  </a:lnTo>
                  <a:lnTo>
                    <a:pt x="4363923" y="170366"/>
                  </a:lnTo>
                  <a:lnTo>
                    <a:pt x="4363923" y="75023"/>
                  </a:lnTo>
                  <a:lnTo>
                    <a:pt x="4358248" y="45895"/>
                  </a:lnTo>
                  <a:lnTo>
                    <a:pt x="4342799" y="22040"/>
                  </a:lnTo>
                  <a:lnTo>
                    <a:pt x="4319933" y="5920"/>
                  </a:lnTo>
                  <a:lnTo>
                    <a:pt x="4292013" y="0"/>
                  </a:lnTo>
                  <a:close/>
                </a:path>
              </a:pathLst>
            </a:custGeom>
            <a:solidFill>
              <a:srgbClr val="F47F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1479" y="4357500"/>
              <a:ext cx="4286885" cy="245745"/>
            </a:xfrm>
            <a:custGeom>
              <a:avLst/>
              <a:gdLst/>
              <a:ahLst/>
              <a:cxnLst/>
              <a:rect l="l" t="t" r="r" b="b"/>
              <a:pathLst>
                <a:path w="4286885" h="245745">
                  <a:moveTo>
                    <a:pt x="4167028" y="0"/>
                  </a:moveTo>
                  <a:lnTo>
                    <a:pt x="0" y="0"/>
                  </a:lnTo>
                  <a:lnTo>
                    <a:pt x="0" y="245390"/>
                  </a:lnTo>
                  <a:lnTo>
                    <a:pt x="4167028" y="245390"/>
                  </a:lnTo>
                  <a:lnTo>
                    <a:pt x="4213406" y="235709"/>
                  </a:lnTo>
                  <a:lnTo>
                    <a:pt x="4251386" y="209348"/>
                  </a:lnTo>
                  <a:lnTo>
                    <a:pt x="4277050" y="170335"/>
                  </a:lnTo>
                  <a:lnTo>
                    <a:pt x="4286476" y="122695"/>
                  </a:lnTo>
                  <a:lnTo>
                    <a:pt x="4277051" y="75055"/>
                  </a:lnTo>
                  <a:lnTo>
                    <a:pt x="4251389" y="36041"/>
                  </a:lnTo>
                  <a:lnTo>
                    <a:pt x="4213409" y="9681"/>
                  </a:lnTo>
                  <a:lnTo>
                    <a:pt x="4167028" y="0"/>
                  </a:lnTo>
                  <a:close/>
                </a:path>
              </a:pathLst>
            </a:custGeom>
            <a:solidFill>
              <a:srgbClr val="008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50544" y="4399051"/>
            <a:ext cx="1466850" cy="15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50" b="1" spc="50" dirty="0">
                <a:solidFill>
                  <a:srgbClr val="FFFFFF"/>
                </a:solidFill>
                <a:latin typeface="Arial"/>
                <a:cs typeface="Arial"/>
              </a:rPr>
              <a:t>WHO</a:t>
            </a:r>
            <a:r>
              <a:rPr sz="8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b="1" spc="-1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8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b="1" spc="-10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850" b="1" spc="5" dirty="0">
                <a:solidFill>
                  <a:srgbClr val="FFFFFF"/>
                </a:solidFill>
                <a:latin typeface="Arial"/>
                <a:cs typeface="Arial"/>
              </a:rPr>
              <a:t>OOK</a:t>
            </a:r>
            <a:r>
              <a:rPr sz="8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b="1" spc="-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850" b="1" spc="2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8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FFFFFF"/>
                </a:solidFill>
                <a:latin typeface="Arial"/>
                <a:cs typeface="Arial"/>
              </a:rPr>
              <a:t>INVEST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4206" y="4199395"/>
            <a:ext cx="511175" cy="521970"/>
            <a:chOff x="304206" y="4199395"/>
            <a:chExt cx="511175" cy="521970"/>
          </a:xfrm>
        </p:grpSpPr>
        <p:sp>
          <p:nvSpPr>
            <p:cNvPr id="17" name="object 17"/>
            <p:cNvSpPr/>
            <p:nvPr/>
          </p:nvSpPr>
          <p:spPr>
            <a:xfrm>
              <a:off x="304206" y="4199395"/>
              <a:ext cx="511175" cy="521970"/>
            </a:xfrm>
            <a:custGeom>
              <a:avLst/>
              <a:gdLst/>
              <a:ahLst/>
              <a:cxnLst/>
              <a:rect l="l" t="t" r="r" b="b"/>
              <a:pathLst>
                <a:path w="511175" h="521970">
                  <a:moveTo>
                    <a:pt x="289068" y="455443"/>
                  </a:moveTo>
                  <a:lnTo>
                    <a:pt x="190836" y="455443"/>
                  </a:lnTo>
                  <a:lnTo>
                    <a:pt x="203854" y="460742"/>
                  </a:lnTo>
                  <a:lnTo>
                    <a:pt x="215989" y="466425"/>
                  </a:lnTo>
                  <a:lnTo>
                    <a:pt x="228589" y="471906"/>
                  </a:lnTo>
                  <a:lnTo>
                    <a:pt x="243008" y="476604"/>
                  </a:lnTo>
                  <a:lnTo>
                    <a:pt x="250235" y="512550"/>
                  </a:lnTo>
                  <a:lnTo>
                    <a:pt x="305690" y="521564"/>
                  </a:lnTo>
                  <a:lnTo>
                    <a:pt x="306630" y="515682"/>
                  </a:lnTo>
                  <a:lnTo>
                    <a:pt x="307411" y="510476"/>
                  </a:lnTo>
                  <a:lnTo>
                    <a:pt x="308753" y="496858"/>
                  </a:lnTo>
                  <a:lnTo>
                    <a:pt x="307756" y="496858"/>
                  </a:lnTo>
                  <a:lnTo>
                    <a:pt x="309045" y="493899"/>
                  </a:lnTo>
                  <a:lnTo>
                    <a:pt x="309196" y="493899"/>
                  </a:lnTo>
                  <a:lnTo>
                    <a:pt x="311072" y="490043"/>
                  </a:lnTo>
                  <a:lnTo>
                    <a:pt x="360536" y="485287"/>
                  </a:lnTo>
                  <a:lnTo>
                    <a:pt x="426161" y="485287"/>
                  </a:lnTo>
                  <a:lnTo>
                    <a:pt x="424097" y="480483"/>
                  </a:lnTo>
                  <a:lnTo>
                    <a:pt x="420919" y="472307"/>
                  </a:lnTo>
                  <a:lnTo>
                    <a:pt x="418863" y="462507"/>
                  </a:lnTo>
                  <a:lnTo>
                    <a:pt x="425393" y="456812"/>
                  </a:lnTo>
                  <a:lnTo>
                    <a:pt x="296741" y="456812"/>
                  </a:lnTo>
                  <a:lnTo>
                    <a:pt x="289068" y="455443"/>
                  </a:lnTo>
                  <a:close/>
                </a:path>
                <a:path w="511175" h="521970">
                  <a:moveTo>
                    <a:pt x="426161" y="485287"/>
                  </a:moveTo>
                  <a:lnTo>
                    <a:pt x="360536" y="485287"/>
                  </a:lnTo>
                  <a:lnTo>
                    <a:pt x="366811" y="492237"/>
                  </a:lnTo>
                  <a:lnTo>
                    <a:pt x="372768" y="499950"/>
                  </a:lnTo>
                  <a:lnTo>
                    <a:pt x="378301" y="507930"/>
                  </a:lnTo>
                  <a:lnTo>
                    <a:pt x="383302" y="515682"/>
                  </a:lnTo>
                  <a:lnTo>
                    <a:pt x="430531" y="498143"/>
                  </a:lnTo>
                  <a:lnTo>
                    <a:pt x="427576" y="488579"/>
                  </a:lnTo>
                  <a:lnTo>
                    <a:pt x="426161" y="485287"/>
                  </a:lnTo>
                  <a:close/>
                </a:path>
                <a:path w="511175" h="521970">
                  <a:moveTo>
                    <a:pt x="309007" y="494287"/>
                  </a:moveTo>
                  <a:lnTo>
                    <a:pt x="307756" y="496858"/>
                  </a:lnTo>
                  <a:lnTo>
                    <a:pt x="308753" y="496858"/>
                  </a:lnTo>
                  <a:lnTo>
                    <a:pt x="309007" y="494287"/>
                  </a:lnTo>
                  <a:close/>
                </a:path>
                <a:path w="511175" h="521970">
                  <a:moveTo>
                    <a:pt x="309196" y="493899"/>
                  </a:moveTo>
                  <a:lnTo>
                    <a:pt x="309045" y="493899"/>
                  </a:lnTo>
                  <a:lnTo>
                    <a:pt x="309007" y="494287"/>
                  </a:lnTo>
                  <a:lnTo>
                    <a:pt x="309196" y="493899"/>
                  </a:lnTo>
                  <a:close/>
                </a:path>
                <a:path w="511175" h="521970">
                  <a:moveTo>
                    <a:pt x="127973" y="368899"/>
                  </a:moveTo>
                  <a:lnTo>
                    <a:pt x="93435" y="368899"/>
                  </a:lnTo>
                  <a:lnTo>
                    <a:pt x="97747" y="375430"/>
                  </a:lnTo>
                  <a:lnTo>
                    <a:pt x="104077" y="383591"/>
                  </a:lnTo>
                  <a:lnTo>
                    <a:pt x="110786" y="391163"/>
                  </a:lnTo>
                  <a:lnTo>
                    <a:pt x="116236" y="395925"/>
                  </a:lnTo>
                  <a:lnTo>
                    <a:pt x="130823" y="411016"/>
                  </a:lnTo>
                  <a:lnTo>
                    <a:pt x="120888" y="441025"/>
                  </a:lnTo>
                  <a:lnTo>
                    <a:pt x="128727" y="448056"/>
                  </a:lnTo>
                  <a:lnTo>
                    <a:pt x="143289" y="459189"/>
                  </a:lnTo>
                  <a:lnTo>
                    <a:pt x="158767" y="470134"/>
                  </a:lnTo>
                  <a:lnTo>
                    <a:pt x="169362" y="476597"/>
                  </a:lnTo>
                  <a:lnTo>
                    <a:pt x="175785" y="471583"/>
                  </a:lnTo>
                  <a:lnTo>
                    <a:pt x="180306" y="466178"/>
                  </a:lnTo>
                  <a:lnTo>
                    <a:pt x="184721" y="460696"/>
                  </a:lnTo>
                  <a:lnTo>
                    <a:pt x="190836" y="455443"/>
                  </a:lnTo>
                  <a:lnTo>
                    <a:pt x="289068" y="455443"/>
                  </a:lnTo>
                  <a:lnTo>
                    <a:pt x="248618" y="448229"/>
                  </a:lnTo>
                  <a:lnTo>
                    <a:pt x="204087" y="429963"/>
                  </a:lnTo>
                  <a:lnTo>
                    <a:pt x="171349" y="409007"/>
                  </a:lnTo>
                  <a:lnTo>
                    <a:pt x="154495" y="395186"/>
                  </a:lnTo>
                  <a:lnTo>
                    <a:pt x="149324" y="390201"/>
                  </a:lnTo>
                  <a:lnTo>
                    <a:pt x="148853" y="389775"/>
                  </a:lnTo>
                  <a:lnTo>
                    <a:pt x="143978" y="389775"/>
                  </a:lnTo>
                  <a:lnTo>
                    <a:pt x="142308" y="384754"/>
                  </a:lnTo>
                  <a:lnTo>
                    <a:pt x="141425" y="384754"/>
                  </a:lnTo>
                  <a:lnTo>
                    <a:pt x="140882" y="384408"/>
                  </a:lnTo>
                  <a:lnTo>
                    <a:pt x="135743" y="377649"/>
                  </a:lnTo>
                  <a:lnTo>
                    <a:pt x="129658" y="370750"/>
                  </a:lnTo>
                  <a:lnTo>
                    <a:pt x="127973" y="368899"/>
                  </a:lnTo>
                  <a:close/>
                </a:path>
                <a:path w="511175" h="521970">
                  <a:moveTo>
                    <a:pt x="472747" y="405155"/>
                  </a:moveTo>
                  <a:lnTo>
                    <a:pt x="455132" y="405172"/>
                  </a:lnTo>
                  <a:lnTo>
                    <a:pt x="446235" y="408625"/>
                  </a:lnTo>
                  <a:lnTo>
                    <a:pt x="434355" y="418208"/>
                  </a:lnTo>
                  <a:lnTo>
                    <a:pt x="392442" y="442427"/>
                  </a:lnTo>
                  <a:lnTo>
                    <a:pt x="345627" y="455087"/>
                  </a:lnTo>
                  <a:lnTo>
                    <a:pt x="296741" y="456812"/>
                  </a:lnTo>
                  <a:lnTo>
                    <a:pt x="425393" y="456812"/>
                  </a:lnTo>
                  <a:lnTo>
                    <a:pt x="452904" y="432817"/>
                  </a:lnTo>
                  <a:lnTo>
                    <a:pt x="497323" y="432817"/>
                  </a:lnTo>
                  <a:lnTo>
                    <a:pt x="500363" y="427875"/>
                  </a:lnTo>
                  <a:lnTo>
                    <a:pt x="507140" y="415827"/>
                  </a:lnTo>
                  <a:lnTo>
                    <a:pt x="510782" y="405879"/>
                  </a:lnTo>
                  <a:lnTo>
                    <a:pt x="472747" y="405155"/>
                  </a:lnTo>
                  <a:close/>
                </a:path>
                <a:path w="511175" h="521970">
                  <a:moveTo>
                    <a:pt x="497323" y="432817"/>
                  </a:moveTo>
                  <a:lnTo>
                    <a:pt x="452904" y="432817"/>
                  </a:lnTo>
                  <a:lnTo>
                    <a:pt x="461473" y="436555"/>
                  </a:lnTo>
                  <a:lnTo>
                    <a:pt x="478467" y="445622"/>
                  </a:lnTo>
                  <a:lnTo>
                    <a:pt x="487573" y="449597"/>
                  </a:lnTo>
                  <a:lnTo>
                    <a:pt x="492993" y="439855"/>
                  </a:lnTo>
                  <a:lnTo>
                    <a:pt x="497323" y="432817"/>
                  </a:lnTo>
                  <a:close/>
                </a:path>
                <a:path w="511175" h="521970">
                  <a:moveTo>
                    <a:pt x="144039" y="385419"/>
                  </a:moveTo>
                  <a:lnTo>
                    <a:pt x="143978" y="389775"/>
                  </a:lnTo>
                  <a:lnTo>
                    <a:pt x="148853" y="389775"/>
                  </a:lnTo>
                  <a:lnTo>
                    <a:pt x="144039" y="385419"/>
                  </a:lnTo>
                  <a:close/>
                </a:path>
                <a:path w="511175" h="521970">
                  <a:moveTo>
                    <a:pt x="142253" y="384591"/>
                  </a:moveTo>
                  <a:lnTo>
                    <a:pt x="141425" y="384754"/>
                  </a:lnTo>
                  <a:lnTo>
                    <a:pt x="142308" y="384754"/>
                  </a:lnTo>
                  <a:lnTo>
                    <a:pt x="142253" y="384591"/>
                  </a:lnTo>
                  <a:close/>
                </a:path>
                <a:path w="511175" h="521970">
                  <a:moveTo>
                    <a:pt x="17075" y="112756"/>
                  </a:moveTo>
                  <a:lnTo>
                    <a:pt x="20144" y="115627"/>
                  </a:lnTo>
                  <a:lnTo>
                    <a:pt x="30020" y="125647"/>
                  </a:lnTo>
                  <a:lnTo>
                    <a:pt x="30408" y="126151"/>
                  </a:lnTo>
                  <a:lnTo>
                    <a:pt x="36399" y="132344"/>
                  </a:lnTo>
                  <a:lnTo>
                    <a:pt x="38426" y="132758"/>
                  </a:lnTo>
                  <a:lnTo>
                    <a:pt x="44773" y="140289"/>
                  </a:lnTo>
                  <a:lnTo>
                    <a:pt x="42990" y="151114"/>
                  </a:lnTo>
                  <a:lnTo>
                    <a:pt x="39920" y="162703"/>
                  </a:lnTo>
                  <a:lnTo>
                    <a:pt x="36843" y="175103"/>
                  </a:lnTo>
                  <a:lnTo>
                    <a:pt x="35035" y="188363"/>
                  </a:lnTo>
                  <a:lnTo>
                    <a:pt x="0" y="188374"/>
                  </a:lnTo>
                  <a:lnTo>
                    <a:pt x="2246" y="241578"/>
                  </a:lnTo>
                  <a:lnTo>
                    <a:pt x="38834" y="253566"/>
                  </a:lnTo>
                  <a:lnTo>
                    <a:pt x="41546" y="267442"/>
                  </a:lnTo>
                  <a:lnTo>
                    <a:pt x="45409" y="279950"/>
                  </a:lnTo>
                  <a:lnTo>
                    <a:pt x="49844" y="292298"/>
                  </a:lnTo>
                  <a:lnTo>
                    <a:pt x="54277" y="305694"/>
                  </a:lnTo>
                  <a:lnTo>
                    <a:pt x="28950" y="321862"/>
                  </a:lnTo>
                  <a:lnTo>
                    <a:pt x="34381" y="333625"/>
                  </a:lnTo>
                  <a:lnTo>
                    <a:pt x="42427" y="347497"/>
                  </a:lnTo>
                  <a:lnTo>
                    <a:pt x="50949" y="361772"/>
                  </a:lnTo>
                  <a:lnTo>
                    <a:pt x="57809" y="374742"/>
                  </a:lnTo>
                  <a:lnTo>
                    <a:pt x="93435" y="368899"/>
                  </a:lnTo>
                  <a:lnTo>
                    <a:pt x="127973" y="368899"/>
                  </a:lnTo>
                  <a:lnTo>
                    <a:pt x="123152" y="363602"/>
                  </a:lnTo>
                  <a:lnTo>
                    <a:pt x="116752" y="356094"/>
                  </a:lnTo>
                  <a:lnTo>
                    <a:pt x="92381" y="319287"/>
                  </a:lnTo>
                  <a:lnTo>
                    <a:pt x="75252" y="278896"/>
                  </a:lnTo>
                  <a:lnTo>
                    <a:pt x="66625" y="236445"/>
                  </a:lnTo>
                  <a:lnTo>
                    <a:pt x="67757" y="193456"/>
                  </a:lnTo>
                  <a:lnTo>
                    <a:pt x="79909" y="151451"/>
                  </a:lnTo>
                  <a:lnTo>
                    <a:pt x="103766" y="112879"/>
                  </a:lnTo>
                  <a:lnTo>
                    <a:pt x="17864" y="112879"/>
                  </a:lnTo>
                  <a:lnTo>
                    <a:pt x="17075" y="112756"/>
                  </a:lnTo>
                  <a:close/>
                </a:path>
                <a:path w="511175" h="521970">
                  <a:moveTo>
                    <a:pt x="42617" y="73063"/>
                  </a:moveTo>
                  <a:lnTo>
                    <a:pt x="36788" y="81074"/>
                  </a:lnTo>
                  <a:lnTo>
                    <a:pt x="29572" y="92416"/>
                  </a:lnTo>
                  <a:lnTo>
                    <a:pt x="23275" y="103708"/>
                  </a:lnTo>
                  <a:lnTo>
                    <a:pt x="19869" y="112165"/>
                  </a:lnTo>
                  <a:lnTo>
                    <a:pt x="17864" y="112879"/>
                  </a:lnTo>
                  <a:lnTo>
                    <a:pt x="103766" y="112879"/>
                  </a:lnTo>
                  <a:lnTo>
                    <a:pt x="104339" y="111953"/>
                  </a:lnTo>
                  <a:lnTo>
                    <a:pt x="104576" y="111664"/>
                  </a:lnTo>
                  <a:lnTo>
                    <a:pt x="104180" y="111664"/>
                  </a:lnTo>
                  <a:lnTo>
                    <a:pt x="107428" y="108436"/>
                  </a:lnTo>
                  <a:lnTo>
                    <a:pt x="124654" y="92416"/>
                  </a:lnTo>
                  <a:lnTo>
                    <a:pt x="130278" y="89057"/>
                  </a:lnTo>
                  <a:lnTo>
                    <a:pt x="76986" y="89057"/>
                  </a:lnTo>
                  <a:lnTo>
                    <a:pt x="68053" y="85905"/>
                  </a:lnTo>
                  <a:lnTo>
                    <a:pt x="59792" y="81487"/>
                  </a:lnTo>
                  <a:lnTo>
                    <a:pt x="51535" y="76856"/>
                  </a:lnTo>
                  <a:lnTo>
                    <a:pt x="42617" y="73063"/>
                  </a:lnTo>
                  <a:close/>
                </a:path>
                <a:path w="511175" h="521970">
                  <a:moveTo>
                    <a:pt x="106156" y="109743"/>
                  </a:moveTo>
                  <a:lnTo>
                    <a:pt x="104180" y="111664"/>
                  </a:lnTo>
                  <a:lnTo>
                    <a:pt x="104576" y="111664"/>
                  </a:lnTo>
                  <a:lnTo>
                    <a:pt x="106156" y="109743"/>
                  </a:lnTo>
                  <a:close/>
                </a:path>
                <a:path w="511175" h="521970">
                  <a:moveTo>
                    <a:pt x="145141" y="7034"/>
                  </a:moveTo>
                  <a:lnTo>
                    <a:pt x="135274" y="10236"/>
                  </a:lnTo>
                  <a:lnTo>
                    <a:pt x="120666" y="16017"/>
                  </a:lnTo>
                  <a:lnTo>
                    <a:pt x="106729" y="22158"/>
                  </a:lnTo>
                  <a:lnTo>
                    <a:pt x="98870" y="26438"/>
                  </a:lnTo>
                  <a:lnTo>
                    <a:pt x="112356" y="61280"/>
                  </a:lnTo>
                  <a:lnTo>
                    <a:pt x="102850" y="66496"/>
                  </a:lnTo>
                  <a:lnTo>
                    <a:pt x="93105" y="74053"/>
                  </a:lnTo>
                  <a:lnTo>
                    <a:pt x="84144" y="82167"/>
                  </a:lnTo>
                  <a:lnTo>
                    <a:pt x="76986" y="89057"/>
                  </a:lnTo>
                  <a:lnTo>
                    <a:pt x="130278" y="89057"/>
                  </a:lnTo>
                  <a:lnTo>
                    <a:pt x="139128" y="83770"/>
                  </a:lnTo>
                  <a:lnTo>
                    <a:pt x="157345" y="72502"/>
                  </a:lnTo>
                  <a:lnTo>
                    <a:pt x="183279" y="61637"/>
                  </a:lnTo>
                  <a:lnTo>
                    <a:pt x="220910" y="54198"/>
                  </a:lnTo>
                  <a:lnTo>
                    <a:pt x="261827" y="53139"/>
                  </a:lnTo>
                  <a:lnTo>
                    <a:pt x="307230" y="53139"/>
                  </a:lnTo>
                  <a:lnTo>
                    <a:pt x="286898" y="44020"/>
                  </a:lnTo>
                  <a:lnTo>
                    <a:pt x="285011" y="36336"/>
                  </a:lnTo>
                  <a:lnTo>
                    <a:pt x="172363" y="36336"/>
                  </a:lnTo>
                  <a:lnTo>
                    <a:pt x="162880" y="31470"/>
                  </a:lnTo>
                  <a:lnTo>
                    <a:pt x="154572" y="18270"/>
                  </a:lnTo>
                  <a:lnTo>
                    <a:pt x="145141" y="7034"/>
                  </a:lnTo>
                  <a:close/>
                </a:path>
                <a:path w="511175" h="521970">
                  <a:moveTo>
                    <a:pt x="307230" y="53139"/>
                  </a:moveTo>
                  <a:lnTo>
                    <a:pt x="261827" y="53139"/>
                  </a:lnTo>
                  <a:lnTo>
                    <a:pt x="291805" y="57741"/>
                  </a:lnTo>
                  <a:lnTo>
                    <a:pt x="315380" y="64546"/>
                  </a:lnTo>
                  <a:lnTo>
                    <a:pt x="337085" y="70092"/>
                  </a:lnTo>
                  <a:lnTo>
                    <a:pt x="334988" y="66210"/>
                  </a:lnTo>
                  <a:lnTo>
                    <a:pt x="333039" y="64714"/>
                  </a:lnTo>
                  <a:lnTo>
                    <a:pt x="307230" y="53139"/>
                  </a:lnTo>
                  <a:close/>
                </a:path>
                <a:path w="511175" h="521970">
                  <a:moveTo>
                    <a:pt x="334062" y="64494"/>
                  </a:moveTo>
                  <a:lnTo>
                    <a:pt x="334988" y="66210"/>
                  </a:lnTo>
                  <a:lnTo>
                    <a:pt x="339152" y="69405"/>
                  </a:lnTo>
                  <a:lnTo>
                    <a:pt x="334062" y="64494"/>
                  </a:lnTo>
                  <a:close/>
                </a:path>
                <a:path w="511175" h="521970">
                  <a:moveTo>
                    <a:pt x="223107" y="0"/>
                  </a:moveTo>
                  <a:lnTo>
                    <a:pt x="219471" y="33595"/>
                  </a:lnTo>
                  <a:lnTo>
                    <a:pt x="189175" y="36000"/>
                  </a:lnTo>
                  <a:lnTo>
                    <a:pt x="172363" y="36336"/>
                  </a:lnTo>
                  <a:lnTo>
                    <a:pt x="285011" y="36336"/>
                  </a:lnTo>
                  <a:lnTo>
                    <a:pt x="278528" y="9926"/>
                  </a:lnTo>
                  <a:lnTo>
                    <a:pt x="223107" y="0"/>
                  </a:lnTo>
                  <a:close/>
                </a:path>
              </a:pathLst>
            </a:custGeom>
            <a:solidFill>
              <a:srgbClr val="9694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2178" y="4285796"/>
              <a:ext cx="345776" cy="34578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12178" y="4285796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172886" y="0"/>
                  </a:moveTo>
                  <a:lnTo>
                    <a:pt x="218846" y="6175"/>
                  </a:lnTo>
                  <a:lnTo>
                    <a:pt x="260146" y="23604"/>
                  </a:lnTo>
                  <a:lnTo>
                    <a:pt x="295137" y="50638"/>
                  </a:lnTo>
                  <a:lnTo>
                    <a:pt x="322171" y="85629"/>
                  </a:lnTo>
                  <a:lnTo>
                    <a:pt x="339600" y="126929"/>
                  </a:lnTo>
                  <a:lnTo>
                    <a:pt x="345776" y="172890"/>
                  </a:lnTo>
                  <a:lnTo>
                    <a:pt x="339600" y="218850"/>
                  </a:lnTo>
                  <a:lnTo>
                    <a:pt x="322171" y="260150"/>
                  </a:lnTo>
                  <a:lnTo>
                    <a:pt x="295137" y="295141"/>
                  </a:lnTo>
                  <a:lnTo>
                    <a:pt x="260146" y="322175"/>
                  </a:lnTo>
                  <a:lnTo>
                    <a:pt x="218846" y="339604"/>
                  </a:lnTo>
                  <a:lnTo>
                    <a:pt x="172886" y="345780"/>
                  </a:lnTo>
                  <a:lnTo>
                    <a:pt x="126926" y="339604"/>
                  </a:lnTo>
                  <a:lnTo>
                    <a:pt x="85627" y="322175"/>
                  </a:lnTo>
                  <a:lnTo>
                    <a:pt x="50637" y="295141"/>
                  </a:lnTo>
                  <a:lnTo>
                    <a:pt x="23604" y="260150"/>
                  </a:lnTo>
                  <a:lnTo>
                    <a:pt x="6175" y="218850"/>
                  </a:lnTo>
                  <a:lnTo>
                    <a:pt x="0" y="172890"/>
                  </a:lnTo>
                  <a:lnTo>
                    <a:pt x="6175" y="126929"/>
                  </a:lnTo>
                  <a:lnTo>
                    <a:pt x="23604" y="85629"/>
                  </a:lnTo>
                  <a:lnTo>
                    <a:pt x="50637" y="50638"/>
                  </a:lnTo>
                  <a:lnTo>
                    <a:pt x="85627" y="23604"/>
                  </a:lnTo>
                  <a:lnTo>
                    <a:pt x="126926" y="6175"/>
                  </a:lnTo>
                  <a:lnTo>
                    <a:pt x="172886" y="0"/>
                  </a:lnTo>
                  <a:close/>
                </a:path>
              </a:pathLst>
            </a:custGeom>
            <a:ln w="7199">
              <a:solidFill>
                <a:srgbClr val="0088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0823" y="4263529"/>
              <a:ext cx="399354" cy="37591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83300" y="4261093"/>
              <a:ext cx="349885" cy="384175"/>
            </a:xfrm>
            <a:custGeom>
              <a:avLst/>
              <a:gdLst/>
              <a:ahLst/>
              <a:cxnLst/>
              <a:rect l="l" t="t" r="r" b="b"/>
              <a:pathLst>
                <a:path w="349884" h="384175">
                  <a:moveTo>
                    <a:pt x="161109" y="0"/>
                  </a:moveTo>
                  <a:lnTo>
                    <a:pt x="105846" y="9138"/>
                  </a:lnTo>
                  <a:lnTo>
                    <a:pt x="61162" y="32349"/>
                  </a:lnTo>
                  <a:lnTo>
                    <a:pt x="32461" y="58855"/>
                  </a:lnTo>
                  <a:lnTo>
                    <a:pt x="2252" y="126238"/>
                  </a:lnTo>
                  <a:lnTo>
                    <a:pt x="0" y="164260"/>
                  </a:lnTo>
                  <a:lnTo>
                    <a:pt x="5818" y="203266"/>
                  </a:lnTo>
                  <a:lnTo>
                    <a:pt x="19335" y="241831"/>
                  </a:lnTo>
                  <a:lnTo>
                    <a:pt x="40177" y="278526"/>
                  </a:lnTo>
                  <a:lnTo>
                    <a:pt x="67972" y="311925"/>
                  </a:lnTo>
                  <a:lnTo>
                    <a:pt x="102347" y="340601"/>
                  </a:lnTo>
                  <a:lnTo>
                    <a:pt x="142929" y="363127"/>
                  </a:lnTo>
                  <a:lnTo>
                    <a:pt x="182799" y="376974"/>
                  </a:lnTo>
                  <a:lnTo>
                    <a:pt x="224458" y="383853"/>
                  </a:lnTo>
                  <a:lnTo>
                    <a:pt x="266876" y="382251"/>
                  </a:lnTo>
                  <a:lnTo>
                    <a:pt x="309022" y="370655"/>
                  </a:lnTo>
                  <a:lnTo>
                    <a:pt x="343283" y="350891"/>
                  </a:lnTo>
                  <a:lnTo>
                    <a:pt x="349306" y="344091"/>
                  </a:lnTo>
                  <a:lnTo>
                    <a:pt x="326223" y="346183"/>
                  </a:lnTo>
                  <a:lnTo>
                    <a:pt x="288639" y="363099"/>
                  </a:lnTo>
                  <a:lnTo>
                    <a:pt x="253373" y="370191"/>
                  </a:lnTo>
                  <a:lnTo>
                    <a:pt x="197006" y="367537"/>
                  </a:lnTo>
                  <a:lnTo>
                    <a:pt x="147566" y="352238"/>
                  </a:lnTo>
                  <a:lnTo>
                    <a:pt x="105724" y="327905"/>
                  </a:lnTo>
                  <a:lnTo>
                    <a:pt x="69321" y="295358"/>
                  </a:lnTo>
                  <a:lnTo>
                    <a:pt x="40370" y="256368"/>
                  </a:lnTo>
                  <a:lnTo>
                    <a:pt x="20882" y="212707"/>
                  </a:lnTo>
                  <a:lnTo>
                    <a:pt x="12868" y="166146"/>
                  </a:lnTo>
                  <a:lnTo>
                    <a:pt x="18341" y="118457"/>
                  </a:lnTo>
                  <a:lnTo>
                    <a:pt x="40307" y="72725"/>
                  </a:lnTo>
                  <a:lnTo>
                    <a:pt x="75433" y="39746"/>
                  </a:lnTo>
                  <a:lnTo>
                    <a:pt x="119772" y="19716"/>
                  </a:lnTo>
                  <a:lnTo>
                    <a:pt x="169377" y="12827"/>
                  </a:lnTo>
                  <a:lnTo>
                    <a:pt x="220301" y="19273"/>
                  </a:lnTo>
                  <a:lnTo>
                    <a:pt x="244471" y="27513"/>
                  </a:lnTo>
                  <a:lnTo>
                    <a:pt x="256537" y="29008"/>
                  </a:lnTo>
                  <a:lnTo>
                    <a:pt x="267562" y="24885"/>
                  </a:lnTo>
                  <a:lnTo>
                    <a:pt x="244733" y="13769"/>
                  </a:lnTo>
                  <a:lnTo>
                    <a:pt x="218185" y="5871"/>
                  </a:lnTo>
                  <a:lnTo>
                    <a:pt x="189713" y="1258"/>
                  </a:lnTo>
                  <a:lnTo>
                    <a:pt x="161109" y="0"/>
                  </a:lnTo>
                  <a:close/>
                </a:path>
              </a:pathLst>
            </a:custGeom>
            <a:solidFill>
              <a:srgbClr val="008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93334" y="4721362"/>
            <a:ext cx="4595495" cy="54991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42875" indent="-130810">
              <a:lnSpc>
                <a:spcPct val="100000"/>
              </a:lnSpc>
              <a:spcBef>
                <a:spcPts val="195"/>
              </a:spcBef>
              <a:buClr>
                <a:srgbClr val="F27E00"/>
              </a:buClr>
              <a:buFont typeface="Trebuchet MS"/>
              <a:buChar char="•"/>
              <a:tabLst>
                <a:tab pos="143510" algn="l"/>
              </a:tabLst>
            </a:pP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Investors</a:t>
            </a:r>
            <a:r>
              <a:rPr sz="800" spc="-7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51616"/>
                </a:solidFill>
                <a:latin typeface="Arial MT"/>
                <a:cs typeface="Arial MT"/>
              </a:rPr>
              <a:t>seeking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30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incrementally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allocate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growth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opportunities</a:t>
            </a:r>
            <a:r>
              <a:rPr sz="800" spc="-7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within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their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overall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equity</a:t>
            </a:r>
            <a:r>
              <a:rPr sz="800" spc="-7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portfolio.</a:t>
            </a:r>
            <a:endParaRPr sz="800">
              <a:latin typeface="Arial MT"/>
              <a:cs typeface="Arial MT"/>
            </a:endParaRPr>
          </a:p>
          <a:p>
            <a:pPr marL="148590" marR="204470" indent="-136525">
              <a:lnSpc>
                <a:spcPct val="100000"/>
              </a:lnSpc>
              <a:spcBef>
                <a:spcPts val="95"/>
              </a:spcBef>
              <a:buClr>
                <a:srgbClr val="F27E00"/>
              </a:buClr>
              <a:buFont typeface="Trebuchet MS"/>
              <a:buChar char="•"/>
              <a:tabLst>
                <a:tab pos="161925" algn="l"/>
              </a:tabLst>
            </a:pP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Investors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51616"/>
                </a:solidFill>
                <a:latin typeface="Arial MT"/>
                <a:cs typeface="Arial MT"/>
              </a:rPr>
              <a:t>seeking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30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capitalise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on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long-term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growth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story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automotive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demand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domestic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&amp; </a:t>
            </a:r>
            <a:r>
              <a:rPr sz="800" spc="-204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51616"/>
                </a:solidFill>
                <a:latin typeface="Arial MT"/>
                <a:cs typeface="Arial MT"/>
              </a:rPr>
              <a:t>overseas</a:t>
            </a:r>
            <a:r>
              <a:rPr sz="800" spc="-7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markets.</a:t>
            </a:r>
            <a:endParaRPr sz="800">
              <a:latin typeface="Arial MT"/>
              <a:cs typeface="Arial MT"/>
            </a:endParaRPr>
          </a:p>
          <a:p>
            <a:pPr marL="142875" indent="-130810">
              <a:lnSpc>
                <a:spcPct val="100000"/>
              </a:lnSpc>
              <a:spcBef>
                <a:spcPts val="95"/>
              </a:spcBef>
              <a:buClr>
                <a:srgbClr val="F27E00"/>
              </a:buClr>
              <a:buFont typeface="Trebuchet MS"/>
              <a:buChar char="•"/>
              <a:tabLst>
                <a:tab pos="143510" algn="l"/>
              </a:tabLst>
            </a:pP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Investors</a:t>
            </a:r>
            <a:r>
              <a:rPr sz="800" spc="-8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looking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30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invest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40" dirty="0">
                <a:solidFill>
                  <a:srgbClr val="151616"/>
                </a:solidFill>
                <a:latin typeface="Arial MT"/>
                <a:cs typeface="Arial MT"/>
              </a:rPr>
              <a:t>a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portfolio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well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researched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quality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stocks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within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automotive</a:t>
            </a:r>
            <a:r>
              <a:rPr sz="800" spc="-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theme.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8524" y="4308933"/>
            <a:ext cx="283962" cy="285112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-1875" y="5389891"/>
            <a:ext cx="5326380" cy="0"/>
          </a:xfrm>
          <a:custGeom>
            <a:avLst/>
            <a:gdLst/>
            <a:ahLst/>
            <a:cxnLst/>
            <a:rect l="l" t="t" r="r" b="b"/>
            <a:pathLst>
              <a:path w="5326380">
                <a:moveTo>
                  <a:pt x="0" y="0"/>
                </a:moveTo>
                <a:lnTo>
                  <a:pt x="5325753" y="0"/>
                </a:lnTo>
              </a:path>
            </a:pathLst>
          </a:custGeom>
          <a:ln w="7199">
            <a:solidFill>
              <a:srgbClr val="C4C4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06453" y="359805"/>
            <a:ext cx="4713605" cy="521970"/>
            <a:chOff x="306453" y="359805"/>
            <a:chExt cx="4713605" cy="521970"/>
          </a:xfrm>
        </p:grpSpPr>
        <p:sp>
          <p:nvSpPr>
            <p:cNvPr id="26" name="object 26"/>
            <p:cNvSpPr/>
            <p:nvPr/>
          </p:nvSpPr>
          <p:spPr>
            <a:xfrm>
              <a:off x="656117" y="517910"/>
              <a:ext cx="4364355" cy="245745"/>
            </a:xfrm>
            <a:custGeom>
              <a:avLst/>
              <a:gdLst/>
              <a:ahLst/>
              <a:cxnLst/>
              <a:rect l="l" t="t" r="r" b="b"/>
              <a:pathLst>
                <a:path w="4364355" h="245745">
                  <a:moveTo>
                    <a:pt x="4292014" y="0"/>
                  </a:moveTo>
                  <a:lnTo>
                    <a:pt x="0" y="0"/>
                  </a:lnTo>
                  <a:lnTo>
                    <a:pt x="0" y="245386"/>
                  </a:lnTo>
                  <a:lnTo>
                    <a:pt x="4292014" y="245386"/>
                  </a:lnTo>
                  <a:lnTo>
                    <a:pt x="4319935" y="239466"/>
                  </a:lnTo>
                  <a:lnTo>
                    <a:pt x="4342800" y="223348"/>
                  </a:lnTo>
                  <a:lnTo>
                    <a:pt x="4358250" y="199492"/>
                  </a:lnTo>
                  <a:lnTo>
                    <a:pt x="4363924" y="170361"/>
                  </a:lnTo>
                  <a:lnTo>
                    <a:pt x="4363924" y="75023"/>
                  </a:lnTo>
                  <a:lnTo>
                    <a:pt x="4358250" y="45893"/>
                  </a:lnTo>
                  <a:lnTo>
                    <a:pt x="4342800" y="22038"/>
                  </a:lnTo>
                  <a:lnTo>
                    <a:pt x="4319935" y="5919"/>
                  </a:lnTo>
                  <a:lnTo>
                    <a:pt x="4292014" y="0"/>
                  </a:lnTo>
                  <a:close/>
                </a:path>
              </a:pathLst>
            </a:custGeom>
            <a:solidFill>
              <a:srgbClr val="F47F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3725" y="517910"/>
              <a:ext cx="4286885" cy="245745"/>
            </a:xfrm>
            <a:custGeom>
              <a:avLst/>
              <a:gdLst/>
              <a:ahLst/>
              <a:cxnLst/>
              <a:rect l="l" t="t" r="r" b="b"/>
              <a:pathLst>
                <a:path w="4286885" h="245745">
                  <a:moveTo>
                    <a:pt x="4167028" y="0"/>
                  </a:moveTo>
                  <a:lnTo>
                    <a:pt x="0" y="0"/>
                  </a:lnTo>
                  <a:lnTo>
                    <a:pt x="0" y="245386"/>
                  </a:lnTo>
                  <a:lnTo>
                    <a:pt x="4167028" y="245386"/>
                  </a:lnTo>
                  <a:lnTo>
                    <a:pt x="4213406" y="235705"/>
                  </a:lnTo>
                  <a:lnTo>
                    <a:pt x="4251388" y="209346"/>
                  </a:lnTo>
                  <a:lnTo>
                    <a:pt x="4277051" y="170334"/>
                  </a:lnTo>
                  <a:lnTo>
                    <a:pt x="4286477" y="122694"/>
                  </a:lnTo>
                  <a:lnTo>
                    <a:pt x="4277052" y="75053"/>
                  </a:lnTo>
                  <a:lnTo>
                    <a:pt x="4251390" y="36040"/>
                  </a:lnTo>
                  <a:lnTo>
                    <a:pt x="4213410" y="9680"/>
                  </a:lnTo>
                  <a:lnTo>
                    <a:pt x="4167028" y="0"/>
                  </a:lnTo>
                  <a:close/>
                </a:path>
              </a:pathLst>
            </a:custGeom>
            <a:solidFill>
              <a:srgbClr val="008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6453" y="359805"/>
              <a:ext cx="511175" cy="521970"/>
            </a:xfrm>
            <a:custGeom>
              <a:avLst/>
              <a:gdLst/>
              <a:ahLst/>
              <a:cxnLst/>
              <a:rect l="l" t="t" r="r" b="b"/>
              <a:pathLst>
                <a:path w="511175" h="521969">
                  <a:moveTo>
                    <a:pt x="289083" y="455442"/>
                  </a:moveTo>
                  <a:lnTo>
                    <a:pt x="190836" y="455442"/>
                  </a:lnTo>
                  <a:lnTo>
                    <a:pt x="203854" y="460741"/>
                  </a:lnTo>
                  <a:lnTo>
                    <a:pt x="215988" y="466423"/>
                  </a:lnTo>
                  <a:lnTo>
                    <a:pt x="228589" y="471903"/>
                  </a:lnTo>
                  <a:lnTo>
                    <a:pt x="243008" y="476603"/>
                  </a:lnTo>
                  <a:lnTo>
                    <a:pt x="250235" y="512549"/>
                  </a:lnTo>
                  <a:lnTo>
                    <a:pt x="305690" y="521563"/>
                  </a:lnTo>
                  <a:lnTo>
                    <a:pt x="306630" y="515678"/>
                  </a:lnTo>
                  <a:lnTo>
                    <a:pt x="307411" y="510472"/>
                  </a:lnTo>
                  <a:lnTo>
                    <a:pt x="308754" y="496853"/>
                  </a:lnTo>
                  <a:lnTo>
                    <a:pt x="307756" y="496853"/>
                  </a:lnTo>
                  <a:lnTo>
                    <a:pt x="309045" y="493897"/>
                  </a:lnTo>
                  <a:lnTo>
                    <a:pt x="309194" y="493897"/>
                  </a:lnTo>
                  <a:lnTo>
                    <a:pt x="311072" y="490038"/>
                  </a:lnTo>
                  <a:lnTo>
                    <a:pt x="360536" y="485283"/>
                  </a:lnTo>
                  <a:lnTo>
                    <a:pt x="426161" y="485283"/>
                  </a:lnTo>
                  <a:lnTo>
                    <a:pt x="424097" y="480479"/>
                  </a:lnTo>
                  <a:lnTo>
                    <a:pt x="420919" y="472303"/>
                  </a:lnTo>
                  <a:lnTo>
                    <a:pt x="418863" y="462502"/>
                  </a:lnTo>
                  <a:lnTo>
                    <a:pt x="425393" y="456808"/>
                  </a:lnTo>
                  <a:lnTo>
                    <a:pt x="296741" y="456808"/>
                  </a:lnTo>
                  <a:lnTo>
                    <a:pt x="289083" y="455442"/>
                  </a:lnTo>
                  <a:close/>
                </a:path>
                <a:path w="511175" h="521969">
                  <a:moveTo>
                    <a:pt x="426161" y="485283"/>
                  </a:moveTo>
                  <a:lnTo>
                    <a:pt x="360536" y="485283"/>
                  </a:lnTo>
                  <a:lnTo>
                    <a:pt x="366811" y="492234"/>
                  </a:lnTo>
                  <a:lnTo>
                    <a:pt x="372768" y="499947"/>
                  </a:lnTo>
                  <a:lnTo>
                    <a:pt x="378301" y="507926"/>
                  </a:lnTo>
                  <a:lnTo>
                    <a:pt x="383302" y="515678"/>
                  </a:lnTo>
                  <a:lnTo>
                    <a:pt x="430531" y="498138"/>
                  </a:lnTo>
                  <a:lnTo>
                    <a:pt x="427576" y="488575"/>
                  </a:lnTo>
                  <a:lnTo>
                    <a:pt x="426161" y="485283"/>
                  </a:lnTo>
                  <a:close/>
                </a:path>
                <a:path w="511175" h="521969">
                  <a:moveTo>
                    <a:pt x="309007" y="494281"/>
                  </a:moveTo>
                  <a:lnTo>
                    <a:pt x="307756" y="496853"/>
                  </a:lnTo>
                  <a:lnTo>
                    <a:pt x="308754" y="496853"/>
                  </a:lnTo>
                  <a:lnTo>
                    <a:pt x="309007" y="494281"/>
                  </a:lnTo>
                  <a:close/>
                </a:path>
                <a:path w="511175" h="521969">
                  <a:moveTo>
                    <a:pt x="309194" y="493897"/>
                  </a:moveTo>
                  <a:lnTo>
                    <a:pt x="309045" y="493897"/>
                  </a:lnTo>
                  <a:lnTo>
                    <a:pt x="309007" y="494281"/>
                  </a:lnTo>
                  <a:lnTo>
                    <a:pt x="309194" y="493897"/>
                  </a:lnTo>
                  <a:close/>
                </a:path>
                <a:path w="511175" h="521969">
                  <a:moveTo>
                    <a:pt x="127972" y="368895"/>
                  </a:moveTo>
                  <a:lnTo>
                    <a:pt x="93433" y="368895"/>
                  </a:lnTo>
                  <a:lnTo>
                    <a:pt x="97746" y="375427"/>
                  </a:lnTo>
                  <a:lnTo>
                    <a:pt x="104077" y="383588"/>
                  </a:lnTo>
                  <a:lnTo>
                    <a:pt x="110786" y="391160"/>
                  </a:lnTo>
                  <a:lnTo>
                    <a:pt x="116236" y="395919"/>
                  </a:lnTo>
                  <a:lnTo>
                    <a:pt x="130823" y="411011"/>
                  </a:lnTo>
                  <a:lnTo>
                    <a:pt x="120887" y="441021"/>
                  </a:lnTo>
                  <a:lnTo>
                    <a:pt x="128726" y="448052"/>
                  </a:lnTo>
                  <a:lnTo>
                    <a:pt x="143289" y="459186"/>
                  </a:lnTo>
                  <a:lnTo>
                    <a:pt x="158767" y="470132"/>
                  </a:lnTo>
                  <a:lnTo>
                    <a:pt x="169362" y="476596"/>
                  </a:lnTo>
                  <a:lnTo>
                    <a:pt x="175785" y="471581"/>
                  </a:lnTo>
                  <a:lnTo>
                    <a:pt x="180306" y="466176"/>
                  </a:lnTo>
                  <a:lnTo>
                    <a:pt x="184721" y="460695"/>
                  </a:lnTo>
                  <a:lnTo>
                    <a:pt x="190836" y="455442"/>
                  </a:lnTo>
                  <a:lnTo>
                    <a:pt x="289083" y="455442"/>
                  </a:lnTo>
                  <a:lnTo>
                    <a:pt x="248618" y="448225"/>
                  </a:lnTo>
                  <a:lnTo>
                    <a:pt x="204087" y="429962"/>
                  </a:lnTo>
                  <a:lnTo>
                    <a:pt x="171349" y="409006"/>
                  </a:lnTo>
                  <a:lnTo>
                    <a:pt x="154495" y="395185"/>
                  </a:lnTo>
                  <a:lnTo>
                    <a:pt x="149324" y="390199"/>
                  </a:lnTo>
                  <a:lnTo>
                    <a:pt x="148855" y="389775"/>
                  </a:lnTo>
                  <a:lnTo>
                    <a:pt x="143978" y="389775"/>
                  </a:lnTo>
                  <a:lnTo>
                    <a:pt x="142307" y="384752"/>
                  </a:lnTo>
                  <a:lnTo>
                    <a:pt x="141425" y="384752"/>
                  </a:lnTo>
                  <a:lnTo>
                    <a:pt x="140882" y="384403"/>
                  </a:lnTo>
                  <a:lnTo>
                    <a:pt x="135743" y="377646"/>
                  </a:lnTo>
                  <a:lnTo>
                    <a:pt x="129657" y="370747"/>
                  </a:lnTo>
                  <a:lnTo>
                    <a:pt x="127972" y="368895"/>
                  </a:lnTo>
                  <a:close/>
                </a:path>
                <a:path w="511175" h="521969">
                  <a:moveTo>
                    <a:pt x="472747" y="405152"/>
                  </a:moveTo>
                  <a:lnTo>
                    <a:pt x="455131" y="405169"/>
                  </a:lnTo>
                  <a:lnTo>
                    <a:pt x="446234" y="408622"/>
                  </a:lnTo>
                  <a:lnTo>
                    <a:pt x="434353" y="418204"/>
                  </a:lnTo>
                  <a:lnTo>
                    <a:pt x="392441" y="442423"/>
                  </a:lnTo>
                  <a:lnTo>
                    <a:pt x="345627" y="455082"/>
                  </a:lnTo>
                  <a:lnTo>
                    <a:pt x="296741" y="456808"/>
                  </a:lnTo>
                  <a:lnTo>
                    <a:pt x="425393" y="456808"/>
                  </a:lnTo>
                  <a:lnTo>
                    <a:pt x="452904" y="432817"/>
                  </a:lnTo>
                  <a:lnTo>
                    <a:pt x="497321" y="432817"/>
                  </a:lnTo>
                  <a:lnTo>
                    <a:pt x="500363" y="427873"/>
                  </a:lnTo>
                  <a:lnTo>
                    <a:pt x="507140" y="415824"/>
                  </a:lnTo>
                  <a:lnTo>
                    <a:pt x="510782" y="405878"/>
                  </a:lnTo>
                  <a:lnTo>
                    <a:pt x="472747" y="405152"/>
                  </a:lnTo>
                  <a:close/>
                </a:path>
                <a:path w="511175" h="521969">
                  <a:moveTo>
                    <a:pt x="497321" y="432817"/>
                  </a:moveTo>
                  <a:lnTo>
                    <a:pt x="452904" y="432817"/>
                  </a:lnTo>
                  <a:lnTo>
                    <a:pt x="461473" y="436555"/>
                  </a:lnTo>
                  <a:lnTo>
                    <a:pt x="478467" y="445619"/>
                  </a:lnTo>
                  <a:lnTo>
                    <a:pt x="487573" y="449592"/>
                  </a:lnTo>
                  <a:lnTo>
                    <a:pt x="492993" y="439852"/>
                  </a:lnTo>
                  <a:lnTo>
                    <a:pt x="497321" y="432817"/>
                  </a:lnTo>
                  <a:close/>
                </a:path>
                <a:path w="511175" h="521969">
                  <a:moveTo>
                    <a:pt x="144039" y="385415"/>
                  </a:moveTo>
                  <a:lnTo>
                    <a:pt x="143978" y="389775"/>
                  </a:lnTo>
                  <a:lnTo>
                    <a:pt x="148855" y="389775"/>
                  </a:lnTo>
                  <a:lnTo>
                    <a:pt x="144039" y="385415"/>
                  </a:lnTo>
                  <a:close/>
                </a:path>
                <a:path w="511175" h="521969">
                  <a:moveTo>
                    <a:pt x="142253" y="384591"/>
                  </a:moveTo>
                  <a:lnTo>
                    <a:pt x="141425" y="384752"/>
                  </a:lnTo>
                  <a:lnTo>
                    <a:pt x="142307" y="384752"/>
                  </a:lnTo>
                  <a:lnTo>
                    <a:pt x="142253" y="384591"/>
                  </a:lnTo>
                  <a:close/>
                </a:path>
                <a:path w="511175" h="521969">
                  <a:moveTo>
                    <a:pt x="17074" y="112753"/>
                  </a:moveTo>
                  <a:lnTo>
                    <a:pt x="20143" y="115623"/>
                  </a:lnTo>
                  <a:lnTo>
                    <a:pt x="30020" y="125646"/>
                  </a:lnTo>
                  <a:lnTo>
                    <a:pt x="30408" y="126146"/>
                  </a:lnTo>
                  <a:lnTo>
                    <a:pt x="36399" y="132339"/>
                  </a:lnTo>
                  <a:lnTo>
                    <a:pt x="38426" y="132756"/>
                  </a:lnTo>
                  <a:lnTo>
                    <a:pt x="44773" y="140284"/>
                  </a:lnTo>
                  <a:lnTo>
                    <a:pt x="42989" y="151111"/>
                  </a:lnTo>
                  <a:lnTo>
                    <a:pt x="39920" y="162701"/>
                  </a:lnTo>
                  <a:lnTo>
                    <a:pt x="36843" y="175102"/>
                  </a:lnTo>
                  <a:lnTo>
                    <a:pt x="35035" y="188362"/>
                  </a:lnTo>
                  <a:lnTo>
                    <a:pt x="0" y="188372"/>
                  </a:lnTo>
                  <a:lnTo>
                    <a:pt x="2246" y="241576"/>
                  </a:lnTo>
                  <a:lnTo>
                    <a:pt x="38832" y="253565"/>
                  </a:lnTo>
                  <a:lnTo>
                    <a:pt x="41546" y="267441"/>
                  </a:lnTo>
                  <a:lnTo>
                    <a:pt x="45409" y="279947"/>
                  </a:lnTo>
                  <a:lnTo>
                    <a:pt x="49844" y="292294"/>
                  </a:lnTo>
                  <a:lnTo>
                    <a:pt x="54277" y="305690"/>
                  </a:lnTo>
                  <a:lnTo>
                    <a:pt x="28950" y="321857"/>
                  </a:lnTo>
                  <a:lnTo>
                    <a:pt x="34381" y="333620"/>
                  </a:lnTo>
                  <a:lnTo>
                    <a:pt x="42426" y="347494"/>
                  </a:lnTo>
                  <a:lnTo>
                    <a:pt x="50948" y="361770"/>
                  </a:lnTo>
                  <a:lnTo>
                    <a:pt x="57809" y="374741"/>
                  </a:lnTo>
                  <a:lnTo>
                    <a:pt x="93433" y="368895"/>
                  </a:lnTo>
                  <a:lnTo>
                    <a:pt x="127972" y="368895"/>
                  </a:lnTo>
                  <a:lnTo>
                    <a:pt x="123151" y="363598"/>
                  </a:lnTo>
                  <a:lnTo>
                    <a:pt x="116751" y="356090"/>
                  </a:lnTo>
                  <a:lnTo>
                    <a:pt x="92380" y="319283"/>
                  </a:lnTo>
                  <a:lnTo>
                    <a:pt x="75251" y="278893"/>
                  </a:lnTo>
                  <a:lnTo>
                    <a:pt x="66624" y="236443"/>
                  </a:lnTo>
                  <a:lnTo>
                    <a:pt x="67756" y="193454"/>
                  </a:lnTo>
                  <a:lnTo>
                    <a:pt x="79908" y="151449"/>
                  </a:lnTo>
                  <a:lnTo>
                    <a:pt x="103766" y="112877"/>
                  </a:lnTo>
                  <a:lnTo>
                    <a:pt x="17863" y="112877"/>
                  </a:lnTo>
                  <a:lnTo>
                    <a:pt x="17074" y="112753"/>
                  </a:lnTo>
                  <a:close/>
                </a:path>
                <a:path w="511175" h="521969">
                  <a:moveTo>
                    <a:pt x="42617" y="73058"/>
                  </a:moveTo>
                  <a:lnTo>
                    <a:pt x="36788" y="81069"/>
                  </a:lnTo>
                  <a:lnTo>
                    <a:pt x="29573" y="92411"/>
                  </a:lnTo>
                  <a:lnTo>
                    <a:pt x="23274" y="103705"/>
                  </a:lnTo>
                  <a:lnTo>
                    <a:pt x="19867" y="112161"/>
                  </a:lnTo>
                  <a:lnTo>
                    <a:pt x="17863" y="112877"/>
                  </a:lnTo>
                  <a:lnTo>
                    <a:pt x="103766" y="112877"/>
                  </a:lnTo>
                  <a:lnTo>
                    <a:pt x="104339" y="111951"/>
                  </a:lnTo>
                  <a:lnTo>
                    <a:pt x="104578" y="111660"/>
                  </a:lnTo>
                  <a:lnTo>
                    <a:pt x="104180" y="111660"/>
                  </a:lnTo>
                  <a:lnTo>
                    <a:pt x="107428" y="108431"/>
                  </a:lnTo>
                  <a:lnTo>
                    <a:pt x="124653" y="92411"/>
                  </a:lnTo>
                  <a:lnTo>
                    <a:pt x="130271" y="89056"/>
                  </a:lnTo>
                  <a:lnTo>
                    <a:pt x="76986" y="89056"/>
                  </a:lnTo>
                  <a:lnTo>
                    <a:pt x="68053" y="85902"/>
                  </a:lnTo>
                  <a:lnTo>
                    <a:pt x="59792" y="81483"/>
                  </a:lnTo>
                  <a:lnTo>
                    <a:pt x="51535" y="76851"/>
                  </a:lnTo>
                  <a:lnTo>
                    <a:pt x="42617" y="73058"/>
                  </a:lnTo>
                  <a:close/>
                </a:path>
                <a:path w="511175" h="521969">
                  <a:moveTo>
                    <a:pt x="106156" y="109741"/>
                  </a:moveTo>
                  <a:lnTo>
                    <a:pt x="104180" y="111660"/>
                  </a:lnTo>
                  <a:lnTo>
                    <a:pt x="104578" y="111660"/>
                  </a:lnTo>
                  <a:lnTo>
                    <a:pt x="106156" y="109741"/>
                  </a:lnTo>
                  <a:close/>
                </a:path>
                <a:path w="511175" h="521969">
                  <a:moveTo>
                    <a:pt x="145140" y="7033"/>
                  </a:moveTo>
                  <a:lnTo>
                    <a:pt x="135273" y="10235"/>
                  </a:lnTo>
                  <a:lnTo>
                    <a:pt x="120666" y="16016"/>
                  </a:lnTo>
                  <a:lnTo>
                    <a:pt x="106729" y="22156"/>
                  </a:lnTo>
                  <a:lnTo>
                    <a:pt x="98870" y="26437"/>
                  </a:lnTo>
                  <a:lnTo>
                    <a:pt x="112355" y="61274"/>
                  </a:lnTo>
                  <a:lnTo>
                    <a:pt x="102849" y="66493"/>
                  </a:lnTo>
                  <a:lnTo>
                    <a:pt x="93104" y="74051"/>
                  </a:lnTo>
                  <a:lnTo>
                    <a:pt x="84143" y="82166"/>
                  </a:lnTo>
                  <a:lnTo>
                    <a:pt x="76986" y="89056"/>
                  </a:lnTo>
                  <a:lnTo>
                    <a:pt x="130271" y="89056"/>
                  </a:lnTo>
                  <a:lnTo>
                    <a:pt x="139127" y="83767"/>
                  </a:lnTo>
                  <a:lnTo>
                    <a:pt x="157344" y="72500"/>
                  </a:lnTo>
                  <a:lnTo>
                    <a:pt x="183279" y="61634"/>
                  </a:lnTo>
                  <a:lnTo>
                    <a:pt x="220910" y="54193"/>
                  </a:lnTo>
                  <a:lnTo>
                    <a:pt x="261827" y="53136"/>
                  </a:lnTo>
                  <a:lnTo>
                    <a:pt x="307225" y="53136"/>
                  </a:lnTo>
                  <a:lnTo>
                    <a:pt x="286898" y="44020"/>
                  </a:lnTo>
                  <a:lnTo>
                    <a:pt x="285011" y="36333"/>
                  </a:lnTo>
                  <a:lnTo>
                    <a:pt x="172363" y="36333"/>
                  </a:lnTo>
                  <a:lnTo>
                    <a:pt x="162880" y="31468"/>
                  </a:lnTo>
                  <a:lnTo>
                    <a:pt x="154572" y="18268"/>
                  </a:lnTo>
                  <a:lnTo>
                    <a:pt x="145140" y="7033"/>
                  </a:lnTo>
                  <a:close/>
                </a:path>
                <a:path w="511175" h="521969">
                  <a:moveTo>
                    <a:pt x="307225" y="53136"/>
                  </a:moveTo>
                  <a:lnTo>
                    <a:pt x="261827" y="53136"/>
                  </a:lnTo>
                  <a:lnTo>
                    <a:pt x="291805" y="57740"/>
                  </a:lnTo>
                  <a:lnTo>
                    <a:pt x="315380" y="64545"/>
                  </a:lnTo>
                  <a:lnTo>
                    <a:pt x="337085" y="70091"/>
                  </a:lnTo>
                  <a:lnTo>
                    <a:pt x="334990" y="66208"/>
                  </a:lnTo>
                  <a:lnTo>
                    <a:pt x="333039" y="64712"/>
                  </a:lnTo>
                  <a:lnTo>
                    <a:pt x="307225" y="53136"/>
                  </a:lnTo>
                  <a:close/>
                </a:path>
                <a:path w="511175" h="521969">
                  <a:moveTo>
                    <a:pt x="334062" y="64489"/>
                  </a:moveTo>
                  <a:lnTo>
                    <a:pt x="334990" y="66208"/>
                  </a:lnTo>
                  <a:lnTo>
                    <a:pt x="339152" y="69400"/>
                  </a:lnTo>
                  <a:lnTo>
                    <a:pt x="334062" y="64489"/>
                  </a:lnTo>
                  <a:close/>
                </a:path>
                <a:path w="511175" h="521969">
                  <a:moveTo>
                    <a:pt x="223105" y="0"/>
                  </a:moveTo>
                  <a:lnTo>
                    <a:pt x="219469" y="33595"/>
                  </a:lnTo>
                  <a:lnTo>
                    <a:pt x="189175" y="35998"/>
                  </a:lnTo>
                  <a:lnTo>
                    <a:pt x="172363" y="36333"/>
                  </a:lnTo>
                  <a:lnTo>
                    <a:pt x="285011" y="36333"/>
                  </a:lnTo>
                  <a:lnTo>
                    <a:pt x="278528" y="9921"/>
                  </a:lnTo>
                  <a:lnTo>
                    <a:pt x="223105" y="0"/>
                  </a:lnTo>
                  <a:close/>
                </a:path>
              </a:pathLst>
            </a:custGeom>
            <a:solidFill>
              <a:srgbClr val="9694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5546" y="421498"/>
              <a:ext cx="406877" cy="383853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305330" y="944957"/>
            <a:ext cx="4712970" cy="2827020"/>
            <a:chOff x="305330" y="944957"/>
            <a:chExt cx="4712970" cy="2827020"/>
          </a:xfrm>
        </p:grpSpPr>
        <p:sp>
          <p:nvSpPr>
            <p:cNvPr id="31" name="object 31"/>
            <p:cNvSpPr/>
            <p:nvPr/>
          </p:nvSpPr>
          <p:spPr>
            <a:xfrm>
              <a:off x="374083" y="1055188"/>
              <a:ext cx="4463415" cy="750570"/>
            </a:xfrm>
            <a:custGeom>
              <a:avLst/>
              <a:gdLst/>
              <a:ahLst/>
              <a:cxnLst/>
              <a:rect l="l" t="t" r="r" b="b"/>
              <a:pathLst>
                <a:path w="4463415" h="750569">
                  <a:moveTo>
                    <a:pt x="4462854" y="0"/>
                  </a:moveTo>
                  <a:lnTo>
                    <a:pt x="0" y="0"/>
                  </a:lnTo>
                  <a:lnTo>
                    <a:pt x="0" y="750135"/>
                  </a:lnTo>
                  <a:lnTo>
                    <a:pt x="4462854" y="750135"/>
                  </a:lnTo>
                  <a:lnTo>
                    <a:pt x="4462854" y="0"/>
                  </a:lnTo>
                  <a:close/>
                </a:path>
              </a:pathLst>
            </a:custGeom>
            <a:solidFill>
              <a:srgbClr val="AFB0B0">
                <a:alpha val="9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08179" y="1089283"/>
              <a:ext cx="4394835" cy="681990"/>
            </a:xfrm>
            <a:custGeom>
              <a:avLst/>
              <a:gdLst/>
              <a:ahLst/>
              <a:cxnLst/>
              <a:rect l="l" t="t" r="r" b="b"/>
              <a:pathLst>
                <a:path w="4394835" h="681989">
                  <a:moveTo>
                    <a:pt x="4333561" y="0"/>
                  </a:moveTo>
                  <a:lnTo>
                    <a:pt x="61102" y="0"/>
                  </a:lnTo>
                  <a:lnTo>
                    <a:pt x="37376" y="4821"/>
                  </a:lnTo>
                  <a:lnTo>
                    <a:pt x="17947" y="17948"/>
                  </a:lnTo>
                  <a:lnTo>
                    <a:pt x="4820" y="37377"/>
                  </a:lnTo>
                  <a:lnTo>
                    <a:pt x="0" y="61103"/>
                  </a:lnTo>
                  <a:lnTo>
                    <a:pt x="0" y="620842"/>
                  </a:lnTo>
                  <a:lnTo>
                    <a:pt x="4830" y="644568"/>
                  </a:lnTo>
                  <a:lnTo>
                    <a:pt x="17971" y="663996"/>
                  </a:lnTo>
                  <a:lnTo>
                    <a:pt x="37403" y="677123"/>
                  </a:lnTo>
                  <a:lnTo>
                    <a:pt x="61102" y="681944"/>
                  </a:lnTo>
                  <a:lnTo>
                    <a:pt x="4333561" y="681944"/>
                  </a:lnTo>
                  <a:lnTo>
                    <a:pt x="4357260" y="677114"/>
                  </a:lnTo>
                  <a:lnTo>
                    <a:pt x="4376691" y="663972"/>
                  </a:lnTo>
                  <a:lnTo>
                    <a:pt x="4389833" y="644540"/>
                  </a:lnTo>
                  <a:lnTo>
                    <a:pt x="4394663" y="620842"/>
                  </a:lnTo>
                  <a:lnTo>
                    <a:pt x="4394663" y="61103"/>
                  </a:lnTo>
                  <a:lnTo>
                    <a:pt x="4389842" y="37404"/>
                  </a:lnTo>
                  <a:lnTo>
                    <a:pt x="4376715" y="17972"/>
                  </a:lnTo>
                  <a:lnTo>
                    <a:pt x="4357287" y="4830"/>
                  </a:lnTo>
                  <a:lnTo>
                    <a:pt x="43335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5330" y="944957"/>
              <a:ext cx="2750185" cy="237490"/>
            </a:xfrm>
            <a:custGeom>
              <a:avLst/>
              <a:gdLst/>
              <a:ahLst/>
              <a:cxnLst/>
              <a:rect l="l" t="t" r="r" b="b"/>
              <a:pathLst>
                <a:path w="2750185" h="237490">
                  <a:moveTo>
                    <a:pt x="2663888" y="0"/>
                  </a:moveTo>
                  <a:lnTo>
                    <a:pt x="118680" y="0"/>
                  </a:lnTo>
                  <a:lnTo>
                    <a:pt x="72598" y="9364"/>
                  </a:lnTo>
                  <a:lnTo>
                    <a:pt x="34862" y="34862"/>
                  </a:lnTo>
                  <a:lnTo>
                    <a:pt x="9364" y="72598"/>
                  </a:lnTo>
                  <a:lnTo>
                    <a:pt x="0" y="118684"/>
                  </a:lnTo>
                  <a:lnTo>
                    <a:pt x="9367" y="164766"/>
                  </a:lnTo>
                  <a:lnTo>
                    <a:pt x="34870" y="202503"/>
                  </a:lnTo>
                  <a:lnTo>
                    <a:pt x="72608" y="228000"/>
                  </a:lnTo>
                  <a:lnTo>
                    <a:pt x="118680" y="237365"/>
                  </a:lnTo>
                  <a:lnTo>
                    <a:pt x="2663888" y="237365"/>
                  </a:lnTo>
                  <a:lnTo>
                    <a:pt x="2749632" y="118684"/>
                  </a:lnTo>
                  <a:lnTo>
                    <a:pt x="2663888" y="0"/>
                  </a:lnTo>
                  <a:close/>
                </a:path>
              </a:pathLst>
            </a:custGeom>
            <a:solidFill>
              <a:srgbClr val="DE5B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87890" y="1215302"/>
              <a:ext cx="429905" cy="42990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88260" y="1969980"/>
              <a:ext cx="4432300" cy="414020"/>
            </a:xfrm>
            <a:custGeom>
              <a:avLst/>
              <a:gdLst/>
              <a:ahLst/>
              <a:cxnLst/>
              <a:rect l="l" t="t" r="r" b="b"/>
              <a:pathLst>
                <a:path w="4432300" h="414019">
                  <a:moveTo>
                    <a:pt x="4432254" y="0"/>
                  </a:moveTo>
                  <a:lnTo>
                    <a:pt x="0" y="0"/>
                  </a:lnTo>
                  <a:lnTo>
                    <a:pt x="0" y="413536"/>
                  </a:lnTo>
                  <a:lnTo>
                    <a:pt x="4432254" y="413536"/>
                  </a:lnTo>
                  <a:lnTo>
                    <a:pt x="4432254" y="0"/>
                  </a:lnTo>
                  <a:close/>
                </a:path>
              </a:pathLst>
            </a:custGeom>
            <a:solidFill>
              <a:srgbClr val="AFB0B0">
                <a:alpha val="9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07055" y="1988776"/>
              <a:ext cx="4394835" cy="376555"/>
            </a:xfrm>
            <a:custGeom>
              <a:avLst/>
              <a:gdLst/>
              <a:ahLst/>
              <a:cxnLst/>
              <a:rect l="l" t="t" r="r" b="b"/>
              <a:pathLst>
                <a:path w="4394835" h="376555">
                  <a:moveTo>
                    <a:pt x="4333561" y="0"/>
                  </a:moveTo>
                  <a:lnTo>
                    <a:pt x="61103" y="0"/>
                  </a:lnTo>
                  <a:lnTo>
                    <a:pt x="37376" y="4820"/>
                  </a:lnTo>
                  <a:lnTo>
                    <a:pt x="17947" y="17947"/>
                  </a:lnTo>
                  <a:lnTo>
                    <a:pt x="4820" y="37376"/>
                  </a:lnTo>
                  <a:lnTo>
                    <a:pt x="0" y="61103"/>
                  </a:lnTo>
                  <a:lnTo>
                    <a:pt x="0" y="314841"/>
                  </a:lnTo>
                  <a:lnTo>
                    <a:pt x="4833" y="338568"/>
                  </a:lnTo>
                  <a:lnTo>
                    <a:pt x="17981" y="357996"/>
                  </a:lnTo>
                  <a:lnTo>
                    <a:pt x="37414" y="371123"/>
                  </a:lnTo>
                  <a:lnTo>
                    <a:pt x="61103" y="375944"/>
                  </a:lnTo>
                  <a:lnTo>
                    <a:pt x="4333561" y="375944"/>
                  </a:lnTo>
                  <a:lnTo>
                    <a:pt x="4357250" y="371110"/>
                  </a:lnTo>
                  <a:lnTo>
                    <a:pt x="4376683" y="357962"/>
                  </a:lnTo>
                  <a:lnTo>
                    <a:pt x="4389831" y="338529"/>
                  </a:lnTo>
                  <a:lnTo>
                    <a:pt x="4394664" y="314841"/>
                  </a:lnTo>
                  <a:lnTo>
                    <a:pt x="4394664" y="61103"/>
                  </a:lnTo>
                  <a:lnTo>
                    <a:pt x="4389843" y="37414"/>
                  </a:lnTo>
                  <a:lnTo>
                    <a:pt x="4376716" y="17981"/>
                  </a:lnTo>
                  <a:lnTo>
                    <a:pt x="4357287" y="4833"/>
                  </a:lnTo>
                  <a:lnTo>
                    <a:pt x="43335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86757" y="1961801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29" h="430530">
                  <a:moveTo>
                    <a:pt x="429907" y="214960"/>
                  </a:moveTo>
                  <a:lnTo>
                    <a:pt x="424230" y="165671"/>
                  </a:lnTo>
                  <a:lnTo>
                    <a:pt x="408063" y="120421"/>
                  </a:lnTo>
                  <a:lnTo>
                    <a:pt x="382689" y="80518"/>
                  </a:lnTo>
                  <a:lnTo>
                    <a:pt x="349402" y="47231"/>
                  </a:lnTo>
                  <a:lnTo>
                    <a:pt x="309486" y="21856"/>
                  </a:lnTo>
                  <a:lnTo>
                    <a:pt x="264236" y="5676"/>
                  </a:lnTo>
                  <a:lnTo>
                    <a:pt x="214960" y="0"/>
                  </a:lnTo>
                  <a:lnTo>
                    <a:pt x="165671" y="5676"/>
                  </a:lnTo>
                  <a:lnTo>
                    <a:pt x="120421" y="21856"/>
                  </a:lnTo>
                  <a:lnTo>
                    <a:pt x="80518" y="47231"/>
                  </a:lnTo>
                  <a:lnTo>
                    <a:pt x="47231" y="80518"/>
                  </a:lnTo>
                  <a:lnTo>
                    <a:pt x="21856" y="120421"/>
                  </a:lnTo>
                  <a:lnTo>
                    <a:pt x="5676" y="165671"/>
                  </a:lnTo>
                  <a:lnTo>
                    <a:pt x="0" y="214960"/>
                  </a:lnTo>
                  <a:lnTo>
                    <a:pt x="5676" y="264236"/>
                  </a:lnTo>
                  <a:lnTo>
                    <a:pt x="21856" y="309486"/>
                  </a:lnTo>
                  <a:lnTo>
                    <a:pt x="47231" y="349402"/>
                  </a:lnTo>
                  <a:lnTo>
                    <a:pt x="80518" y="382689"/>
                  </a:lnTo>
                  <a:lnTo>
                    <a:pt x="120421" y="408063"/>
                  </a:lnTo>
                  <a:lnTo>
                    <a:pt x="165671" y="424230"/>
                  </a:lnTo>
                  <a:lnTo>
                    <a:pt x="214960" y="429907"/>
                  </a:lnTo>
                  <a:lnTo>
                    <a:pt x="264236" y="424230"/>
                  </a:lnTo>
                  <a:lnTo>
                    <a:pt x="309486" y="408063"/>
                  </a:lnTo>
                  <a:lnTo>
                    <a:pt x="349402" y="382689"/>
                  </a:lnTo>
                  <a:lnTo>
                    <a:pt x="382689" y="349402"/>
                  </a:lnTo>
                  <a:lnTo>
                    <a:pt x="408063" y="309486"/>
                  </a:lnTo>
                  <a:lnTo>
                    <a:pt x="424230" y="264236"/>
                  </a:lnTo>
                  <a:lnTo>
                    <a:pt x="429907" y="214960"/>
                  </a:lnTo>
                  <a:close/>
                </a:path>
              </a:pathLst>
            </a:custGeom>
            <a:solidFill>
              <a:srgbClr val="008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07498" y="1982530"/>
              <a:ext cx="388620" cy="388620"/>
            </a:xfrm>
            <a:custGeom>
              <a:avLst/>
              <a:gdLst/>
              <a:ahLst/>
              <a:cxnLst/>
              <a:rect l="l" t="t" r="r" b="b"/>
              <a:pathLst>
                <a:path w="388620" h="388619">
                  <a:moveTo>
                    <a:pt x="194221" y="0"/>
                  </a:moveTo>
                  <a:lnTo>
                    <a:pt x="238752" y="5129"/>
                  </a:lnTo>
                  <a:lnTo>
                    <a:pt x="279632" y="19741"/>
                  </a:lnTo>
                  <a:lnTo>
                    <a:pt x="315694" y="42668"/>
                  </a:lnTo>
                  <a:lnTo>
                    <a:pt x="345772" y="72746"/>
                  </a:lnTo>
                  <a:lnTo>
                    <a:pt x="368699" y="108808"/>
                  </a:lnTo>
                  <a:lnTo>
                    <a:pt x="383311" y="149687"/>
                  </a:lnTo>
                  <a:lnTo>
                    <a:pt x="388440" y="194219"/>
                  </a:lnTo>
                  <a:lnTo>
                    <a:pt x="383311" y="238751"/>
                  </a:lnTo>
                  <a:lnTo>
                    <a:pt x="368699" y="279631"/>
                  </a:lnTo>
                  <a:lnTo>
                    <a:pt x="345772" y="315693"/>
                  </a:lnTo>
                  <a:lnTo>
                    <a:pt x="315694" y="345770"/>
                  </a:lnTo>
                  <a:lnTo>
                    <a:pt x="279632" y="368698"/>
                  </a:lnTo>
                  <a:lnTo>
                    <a:pt x="238752" y="383310"/>
                  </a:lnTo>
                  <a:lnTo>
                    <a:pt x="194221" y="388439"/>
                  </a:lnTo>
                  <a:lnTo>
                    <a:pt x="149688" y="383310"/>
                  </a:lnTo>
                  <a:lnTo>
                    <a:pt x="108808" y="368698"/>
                  </a:lnTo>
                  <a:lnTo>
                    <a:pt x="72746" y="345770"/>
                  </a:lnTo>
                  <a:lnTo>
                    <a:pt x="42668" y="315693"/>
                  </a:lnTo>
                  <a:lnTo>
                    <a:pt x="19741" y="279631"/>
                  </a:lnTo>
                  <a:lnTo>
                    <a:pt x="5129" y="238751"/>
                  </a:lnTo>
                  <a:lnTo>
                    <a:pt x="0" y="194219"/>
                  </a:lnTo>
                  <a:lnTo>
                    <a:pt x="5129" y="149687"/>
                  </a:lnTo>
                  <a:lnTo>
                    <a:pt x="19741" y="108808"/>
                  </a:lnTo>
                  <a:lnTo>
                    <a:pt x="42668" y="72746"/>
                  </a:lnTo>
                  <a:lnTo>
                    <a:pt x="72746" y="42668"/>
                  </a:lnTo>
                  <a:lnTo>
                    <a:pt x="108808" y="19741"/>
                  </a:lnTo>
                  <a:lnTo>
                    <a:pt x="149688" y="5129"/>
                  </a:lnTo>
                  <a:lnTo>
                    <a:pt x="194221" y="0"/>
                  </a:lnTo>
                  <a:close/>
                </a:path>
              </a:pathLst>
            </a:custGeom>
            <a:ln w="7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93175" y="2070313"/>
              <a:ext cx="217087" cy="21284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05330" y="1824023"/>
              <a:ext cx="2750185" cy="237490"/>
            </a:xfrm>
            <a:custGeom>
              <a:avLst/>
              <a:gdLst/>
              <a:ahLst/>
              <a:cxnLst/>
              <a:rect l="l" t="t" r="r" b="b"/>
              <a:pathLst>
                <a:path w="2750185" h="237489">
                  <a:moveTo>
                    <a:pt x="2663888" y="0"/>
                  </a:moveTo>
                  <a:lnTo>
                    <a:pt x="118680" y="0"/>
                  </a:lnTo>
                  <a:lnTo>
                    <a:pt x="72598" y="9364"/>
                  </a:lnTo>
                  <a:lnTo>
                    <a:pt x="34862" y="34861"/>
                  </a:lnTo>
                  <a:lnTo>
                    <a:pt x="9364" y="72598"/>
                  </a:lnTo>
                  <a:lnTo>
                    <a:pt x="0" y="118684"/>
                  </a:lnTo>
                  <a:lnTo>
                    <a:pt x="9367" y="164766"/>
                  </a:lnTo>
                  <a:lnTo>
                    <a:pt x="34870" y="202503"/>
                  </a:lnTo>
                  <a:lnTo>
                    <a:pt x="72608" y="228000"/>
                  </a:lnTo>
                  <a:lnTo>
                    <a:pt x="118680" y="237365"/>
                  </a:lnTo>
                  <a:lnTo>
                    <a:pt x="2663888" y="237365"/>
                  </a:lnTo>
                  <a:lnTo>
                    <a:pt x="2749632" y="118684"/>
                  </a:lnTo>
                  <a:lnTo>
                    <a:pt x="2663888" y="0"/>
                  </a:lnTo>
                  <a:close/>
                </a:path>
              </a:pathLst>
            </a:custGeom>
            <a:solidFill>
              <a:srgbClr val="008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81960" y="2526847"/>
              <a:ext cx="4445000" cy="552450"/>
            </a:xfrm>
            <a:custGeom>
              <a:avLst/>
              <a:gdLst/>
              <a:ahLst/>
              <a:cxnLst/>
              <a:rect l="l" t="t" r="r" b="b"/>
              <a:pathLst>
                <a:path w="4445000" h="552450">
                  <a:moveTo>
                    <a:pt x="4444855" y="0"/>
                  </a:moveTo>
                  <a:lnTo>
                    <a:pt x="0" y="0"/>
                  </a:lnTo>
                  <a:lnTo>
                    <a:pt x="0" y="552135"/>
                  </a:lnTo>
                  <a:lnTo>
                    <a:pt x="4444855" y="552135"/>
                  </a:lnTo>
                  <a:lnTo>
                    <a:pt x="4444855" y="0"/>
                  </a:lnTo>
                  <a:close/>
                </a:path>
              </a:pathLst>
            </a:custGeom>
            <a:solidFill>
              <a:srgbClr val="AFB0B0">
                <a:alpha val="9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5330" y="2407614"/>
              <a:ext cx="4711340" cy="64627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81960" y="3219613"/>
              <a:ext cx="4445000" cy="552450"/>
            </a:xfrm>
            <a:custGeom>
              <a:avLst/>
              <a:gdLst/>
              <a:ahLst/>
              <a:cxnLst/>
              <a:rect l="l" t="t" r="r" b="b"/>
              <a:pathLst>
                <a:path w="4445000" h="552450">
                  <a:moveTo>
                    <a:pt x="4444855" y="0"/>
                  </a:moveTo>
                  <a:lnTo>
                    <a:pt x="0" y="0"/>
                  </a:lnTo>
                  <a:lnTo>
                    <a:pt x="0" y="552135"/>
                  </a:lnTo>
                  <a:lnTo>
                    <a:pt x="4444855" y="552135"/>
                  </a:lnTo>
                  <a:lnTo>
                    <a:pt x="4444855" y="0"/>
                  </a:lnTo>
                  <a:close/>
                </a:path>
              </a:pathLst>
            </a:custGeom>
            <a:solidFill>
              <a:srgbClr val="AFB0B0">
                <a:alpha val="9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07055" y="3244708"/>
              <a:ext cx="4394835" cy="502284"/>
            </a:xfrm>
            <a:custGeom>
              <a:avLst/>
              <a:gdLst/>
              <a:ahLst/>
              <a:cxnLst/>
              <a:rect l="l" t="t" r="r" b="b"/>
              <a:pathLst>
                <a:path w="4394835" h="502285">
                  <a:moveTo>
                    <a:pt x="4333561" y="0"/>
                  </a:moveTo>
                  <a:lnTo>
                    <a:pt x="61103" y="0"/>
                  </a:lnTo>
                  <a:lnTo>
                    <a:pt x="37376" y="4820"/>
                  </a:lnTo>
                  <a:lnTo>
                    <a:pt x="17947" y="17947"/>
                  </a:lnTo>
                  <a:lnTo>
                    <a:pt x="4820" y="37376"/>
                  </a:lnTo>
                  <a:lnTo>
                    <a:pt x="0" y="61102"/>
                  </a:lnTo>
                  <a:lnTo>
                    <a:pt x="0" y="440841"/>
                  </a:lnTo>
                  <a:lnTo>
                    <a:pt x="4834" y="464568"/>
                  </a:lnTo>
                  <a:lnTo>
                    <a:pt x="17983" y="483996"/>
                  </a:lnTo>
                  <a:lnTo>
                    <a:pt x="37416" y="497123"/>
                  </a:lnTo>
                  <a:lnTo>
                    <a:pt x="61103" y="501944"/>
                  </a:lnTo>
                  <a:lnTo>
                    <a:pt x="4333561" y="501944"/>
                  </a:lnTo>
                  <a:lnTo>
                    <a:pt x="4357248" y="497110"/>
                  </a:lnTo>
                  <a:lnTo>
                    <a:pt x="4376681" y="483961"/>
                  </a:lnTo>
                  <a:lnTo>
                    <a:pt x="4389830" y="464528"/>
                  </a:lnTo>
                  <a:lnTo>
                    <a:pt x="4394664" y="440841"/>
                  </a:lnTo>
                  <a:lnTo>
                    <a:pt x="4394664" y="61102"/>
                  </a:lnTo>
                  <a:lnTo>
                    <a:pt x="4389843" y="37415"/>
                  </a:lnTo>
                  <a:lnTo>
                    <a:pt x="4376716" y="17982"/>
                  </a:lnTo>
                  <a:lnTo>
                    <a:pt x="4357287" y="4834"/>
                  </a:lnTo>
                  <a:lnTo>
                    <a:pt x="43335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586767" y="3334730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29" h="430529">
                  <a:moveTo>
                    <a:pt x="214952" y="0"/>
                  </a:moveTo>
                  <a:lnTo>
                    <a:pt x="165666" y="5677"/>
                  </a:lnTo>
                  <a:lnTo>
                    <a:pt x="120422" y="21848"/>
                  </a:lnTo>
                  <a:lnTo>
                    <a:pt x="80510" y="47223"/>
                  </a:lnTo>
                  <a:lnTo>
                    <a:pt x="47222" y="80511"/>
                  </a:lnTo>
                  <a:lnTo>
                    <a:pt x="21848" y="120422"/>
                  </a:lnTo>
                  <a:lnTo>
                    <a:pt x="5677" y="165666"/>
                  </a:lnTo>
                  <a:lnTo>
                    <a:pt x="0" y="214952"/>
                  </a:lnTo>
                  <a:lnTo>
                    <a:pt x="5677" y="264238"/>
                  </a:lnTo>
                  <a:lnTo>
                    <a:pt x="21848" y="309482"/>
                  </a:lnTo>
                  <a:lnTo>
                    <a:pt x="47222" y="349393"/>
                  </a:lnTo>
                  <a:lnTo>
                    <a:pt x="80510" y="382681"/>
                  </a:lnTo>
                  <a:lnTo>
                    <a:pt x="120422" y="408056"/>
                  </a:lnTo>
                  <a:lnTo>
                    <a:pt x="165666" y="424228"/>
                  </a:lnTo>
                  <a:lnTo>
                    <a:pt x="214952" y="429905"/>
                  </a:lnTo>
                  <a:lnTo>
                    <a:pt x="264238" y="424228"/>
                  </a:lnTo>
                  <a:lnTo>
                    <a:pt x="309482" y="408056"/>
                  </a:lnTo>
                  <a:lnTo>
                    <a:pt x="349393" y="382681"/>
                  </a:lnTo>
                  <a:lnTo>
                    <a:pt x="382681" y="349393"/>
                  </a:lnTo>
                  <a:lnTo>
                    <a:pt x="408055" y="309482"/>
                  </a:lnTo>
                  <a:lnTo>
                    <a:pt x="424226" y="264238"/>
                  </a:lnTo>
                  <a:lnTo>
                    <a:pt x="429903" y="214952"/>
                  </a:lnTo>
                  <a:lnTo>
                    <a:pt x="424226" y="165666"/>
                  </a:lnTo>
                  <a:lnTo>
                    <a:pt x="408055" y="120422"/>
                  </a:lnTo>
                  <a:lnTo>
                    <a:pt x="382681" y="80511"/>
                  </a:lnTo>
                  <a:lnTo>
                    <a:pt x="349393" y="47223"/>
                  </a:lnTo>
                  <a:lnTo>
                    <a:pt x="309482" y="21848"/>
                  </a:lnTo>
                  <a:lnTo>
                    <a:pt x="264238" y="5677"/>
                  </a:lnTo>
                  <a:lnTo>
                    <a:pt x="214952" y="0"/>
                  </a:lnTo>
                  <a:close/>
                </a:path>
              </a:pathLst>
            </a:custGeom>
            <a:solidFill>
              <a:srgbClr val="0088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607498" y="3355462"/>
              <a:ext cx="388620" cy="388620"/>
            </a:xfrm>
            <a:custGeom>
              <a:avLst/>
              <a:gdLst/>
              <a:ahLst/>
              <a:cxnLst/>
              <a:rect l="l" t="t" r="r" b="b"/>
              <a:pathLst>
                <a:path w="388620" h="388620">
                  <a:moveTo>
                    <a:pt x="194221" y="0"/>
                  </a:moveTo>
                  <a:lnTo>
                    <a:pt x="149688" y="5129"/>
                  </a:lnTo>
                  <a:lnTo>
                    <a:pt x="108808" y="19741"/>
                  </a:lnTo>
                  <a:lnTo>
                    <a:pt x="72746" y="42668"/>
                  </a:lnTo>
                  <a:lnTo>
                    <a:pt x="42668" y="72746"/>
                  </a:lnTo>
                  <a:lnTo>
                    <a:pt x="19741" y="108808"/>
                  </a:lnTo>
                  <a:lnTo>
                    <a:pt x="5129" y="149687"/>
                  </a:lnTo>
                  <a:lnTo>
                    <a:pt x="0" y="194219"/>
                  </a:lnTo>
                  <a:lnTo>
                    <a:pt x="5129" y="238751"/>
                  </a:lnTo>
                  <a:lnTo>
                    <a:pt x="19741" y="279631"/>
                  </a:lnTo>
                  <a:lnTo>
                    <a:pt x="42668" y="315693"/>
                  </a:lnTo>
                  <a:lnTo>
                    <a:pt x="72746" y="345770"/>
                  </a:lnTo>
                  <a:lnTo>
                    <a:pt x="108808" y="368698"/>
                  </a:lnTo>
                  <a:lnTo>
                    <a:pt x="149688" y="383310"/>
                  </a:lnTo>
                  <a:lnTo>
                    <a:pt x="194221" y="388439"/>
                  </a:lnTo>
                  <a:lnTo>
                    <a:pt x="238752" y="383310"/>
                  </a:lnTo>
                  <a:lnTo>
                    <a:pt x="279632" y="368698"/>
                  </a:lnTo>
                  <a:lnTo>
                    <a:pt x="315694" y="345770"/>
                  </a:lnTo>
                  <a:lnTo>
                    <a:pt x="345772" y="315693"/>
                  </a:lnTo>
                  <a:lnTo>
                    <a:pt x="368699" y="279631"/>
                  </a:lnTo>
                  <a:lnTo>
                    <a:pt x="383311" y="238751"/>
                  </a:lnTo>
                  <a:lnTo>
                    <a:pt x="388440" y="194219"/>
                  </a:lnTo>
                  <a:lnTo>
                    <a:pt x="383311" y="149687"/>
                  </a:lnTo>
                  <a:lnTo>
                    <a:pt x="368699" y="108808"/>
                  </a:lnTo>
                  <a:lnTo>
                    <a:pt x="345772" y="72746"/>
                  </a:lnTo>
                  <a:lnTo>
                    <a:pt x="315694" y="42668"/>
                  </a:lnTo>
                  <a:lnTo>
                    <a:pt x="279632" y="19741"/>
                  </a:lnTo>
                  <a:lnTo>
                    <a:pt x="238752" y="5129"/>
                  </a:lnTo>
                  <a:lnTo>
                    <a:pt x="194221" y="0"/>
                  </a:lnTo>
                  <a:close/>
                </a:path>
              </a:pathLst>
            </a:custGeom>
            <a:solidFill>
              <a:srgbClr val="F27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607498" y="3355462"/>
              <a:ext cx="388620" cy="388620"/>
            </a:xfrm>
            <a:custGeom>
              <a:avLst/>
              <a:gdLst/>
              <a:ahLst/>
              <a:cxnLst/>
              <a:rect l="l" t="t" r="r" b="b"/>
              <a:pathLst>
                <a:path w="388620" h="388620">
                  <a:moveTo>
                    <a:pt x="194221" y="0"/>
                  </a:moveTo>
                  <a:lnTo>
                    <a:pt x="238752" y="5129"/>
                  </a:lnTo>
                  <a:lnTo>
                    <a:pt x="279632" y="19741"/>
                  </a:lnTo>
                  <a:lnTo>
                    <a:pt x="315694" y="42668"/>
                  </a:lnTo>
                  <a:lnTo>
                    <a:pt x="345772" y="72746"/>
                  </a:lnTo>
                  <a:lnTo>
                    <a:pt x="368699" y="108808"/>
                  </a:lnTo>
                  <a:lnTo>
                    <a:pt x="383311" y="149687"/>
                  </a:lnTo>
                  <a:lnTo>
                    <a:pt x="388440" y="194219"/>
                  </a:lnTo>
                  <a:lnTo>
                    <a:pt x="383311" y="238751"/>
                  </a:lnTo>
                  <a:lnTo>
                    <a:pt x="368699" y="279631"/>
                  </a:lnTo>
                  <a:lnTo>
                    <a:pt x="345772" y="315693"/>
                  </a:lnTo>
                  <a:lnTo>
                    <a:pt x="315694" y="345770"/>
                  </a:lnTo>
                  <a:lnTo>
                    <a:pt x="279632" y="368698"/>
                  </a:lnTo>
                  <a:lnTo>
                    <a:pt x="238752" y="383310"/>
                  </a:lnTo>
                  <a:lnTo>
                    <a:pt x="194221" y="388439"/>
                  </a:lnTo>
                  <a:lnTo>
                    <a:pt x="149688" y="383310"/>
                  </a:lnTo>
                  <a:lnTo>
                    <a:pt x="108808" y="368698"/>
                  </a:lnTo>
                  <a:lnTo>
                    <a:pt x="72746" y="345770"/>
                  </a:lnTo>
                  <a:lnTo>
                    <a:pt x="42668" y="315693"/>
                  </a:lnTo>
                  <a:lnTo>
                    <a:pt x="19741" y="279631"/>
                  </a:lnTo>
                  <a:lnTo>
                    <a:pt x="5129" y="238751"/>
                  </a:lnTo>
                  <a:lnTo>
                    <a:pt x="0" y="194219"/>
                  </a:lnTo>
                  <a:lnTo>
                    <a:pt x="5129" y="149687"/>
                  </a:lnTo>
                  <a:lnTo>
                    <a:pt x="19741" y="108808"/>
                  </a:lnTo>
                  <a:lnTo>
                    <a:pt x="42668" y="72746"/>
                  </a:lnTo>
                  <a:lnTo>
                    <a:pt x="72746" y="42668"/>
                  </a:lnTo>
                  <a:lnTo>
                    <a:pt x="108808" y="19741"/>
                  </a:lnTo>
                  <a:lnTo>
                    <a:pt x="149688" y="5129"/>
                  </a:lnTo>
                  <a:lnTo>
                    <a:pt x="194221" y="0"/>
                  </a:lnTo>
                  <a:close/>
                </a:path>
              </a:pathLst>
            </a:custGeom>
            <a:ln w="7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89421" y="3436436"/>
              <a:ext cx="224599" cy="22724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305330" y="3100384"/>
              <a:ext cx="1446530" cy="237490"/>
            </a:xfrm>
            <a:custGeom>
              <a:avLst/>
              <a:gdLst/>
              <a:ahLst/>
              <a:cxnLst/>
              <a:rect l="l" t="t" r="r" b="b"/>
              <a:pathLst>
                <a:path w="1446530" h="237489">
                  <a:moveTo>
                    <a:pt x="1360749" y="0"/>
                  </a:moveTo>
                  <a:lnTo>
                    <a:pt x="118680" y="0"/>
                  </a:lnTo>
                  <a:lnTo>
                    <a:pt x="72598" y="9364"/>
                  </a:lnTo>
                  <a:lnTo>
                    <a:pt x="34862" y="34862"/>
                  </a:lnTo>
                  <a:lnTo>
                    <a:pt x="9364" y="72599"/>
                  </a:lnTo>
                  <a:lnTo>
                    <a:pt x="0" y="118685"/>
                  </a:lnTo>
                  <a:lnTo>
                    <a:pt x="9367" y="164766"/>
                  </a:lnTo>
                  <a:lnTo>
                    <a:pt x="34871" y="202503"/>
                  </a:lnTo>
                  <a:lnTo>
                    <a:pt x="72609" y="228000"/>
                  </a:lnTo>
                  <a:lnTo>
                    <a:pt x="118680" y="237365"/>
                  </a:lnTo>
                  <a:lnTo>
                    <a:pt x="1360749" y="237365"/>
                  </a:lnTo>
                  <a:lnTo>
                    <a:pt x="1446494" y="118685"/>
                  </a:lnTo>
                  <a:lnTo>
                    <a:pt x="1360749" y="0"/>
                  </a:lnTo>
                  <a:close/>
                </a:path>
              </a:pathLst>
            </a:custGeom>
            <a:solidFill>
              <a:srgbClr val="F27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93697" y="539863"/>
            <a:ext cx="4705350" cy="3500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FFFFFF"/>
                </a:solidFill>
                <a:latin typeface="Arial"/>
                <a:cs typeface="Arial"/>
              </a:rPr>
              <a:t>INVESTMENT</a:t>
            </a:r>
            <a:r>
              <a:rPr sz="1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FFFFFF"/>
                </a:solidFill>
                <a:latin typeface="Arial"/>
                <a:cs typeface="Arial"/>
              </a:rPr>
              <a:t>UNIVERSE</a:t>
            </a:r>
            <a:r>
              <a:rPr sz="1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5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1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15" dirty="0">
                <a:solidFill>
                  <a:srgbClr val="FFFFFF"/>
                </a:solidFill>
                <a:latin typeface="Arial"/>
                <a:cs typeface="Arial"/>
              </a:rPr>
              <a:t>FUND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Arial"/>
              <a:cs typeface="Arial"/>
            </a:endParaRPr>
          </a:p>
          <a:p>
            <a:pPr marL="187325">
              <a:lnSpc>
                <a:spcPct val="100000"/>
              </a:lnSpc>
            </a:pPr>
            <a:r>
              <a:rPr sz="1000" b="1" spc="-30" dirty="0">
                <a:solidFill>
                  <a:srgbClr val="FFFFFF"/>
                </a:solidFill>
                <a:latin typeface="Arial"/>
                <a:cs typeface="Arial"/>
              </a:rPr>
              <a:t>Original</a:t>
            </a:r>
            <a:r>
              <a:rPr sz="1000" b="1" spc="-40" dirty="0">
                <a:solidFill>
                  <a:srgbClr val="FFFFFF"/>
                </a:solidFill>
                <a:latin typeface="Arial"/>
                <a:cs typeface="Arial"/>
              </a:rPr>
              <a:t> Equipment </a:t>
            </a:r>
            <a:r>
              <a:rPr sz="1000" b="1" spc="-25" dirty="0">
                <a:solidFill>
                  <a:srgbClr val="FFFFFF"/>
                </a:solidFill>
                <a:latin typeface="Arial"/>
                <a:cs typeface="Arial"/>
              </a:rPr>
              <a:t>Manufacturers</a:t>
            </a:r>
            <a:r>
              <a:rPr sz="10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45" dirty="0">
                <a:solidFill>
                  <a:srgbClr val="FFFFFF"/>
                </a:solidFill>
                <a:latin typeface="Arial"/>
                <a:cs typeface="Arial"/>
              </a:rPr>
              <a:t>(OEMs):</a:t>
            </a:r>
            <a:endParaRPr sz="1000">
              <a:latin typeface="Arial"/>
              <a:cs typeface="Arial"/>
            </a:endParaRPr>
          </a:p>
          <a:p>
            <a:pPr marL="200025" marR="488950" algn="just">
              <a:lnSpc>
                <a:spcPct val="105000"/>
              </a:lnSpc>
              <a:spcBef>
                <a:spcPts val="860"/>
              </a:spcBef>
            </a:pPr>
            <a:r>
              <a:rPr sz="800" spc="-25" dirty="0">
                <a:solidFill>
                  <a:srgbClr val="151616"/>
                </a:solidFill>
                <a:latin typeface="Arial MT"/>
                <a:cs typeface="Arial MT"/>
              </a:rPr>
              <a:t>These</a:t>
            </a:r>
            <a:r>
              <a:rPr sz="80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includes</a:t>
            </a:r>
            <a:r>
              <a:rPr sz="80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800" spc="-114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companies</a:t>
            </a:r>
            <a:r>
              <a:rPr sz="80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that</a:t>
            </a:r>
            <a:r>
              <a:rPr sz="800" spc="-114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design,</a:t>
            </a:r>
            <a:r>
              <a:rPr sz="80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manufacture</a:t>
            </a:r>
            <a:r>
              <a:rPr sz="800" spc="-114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sz="80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sell</a:t>
            </a:r>
            <a:r>
              <a:rPr sz="80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complete</a:t>
            </a:r>
            <a:r>
              <a:rPr sz="800" spc="-114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vehicles</a:t>
            </a:r>
            <a:r>
              <a:rPr sz="80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0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800" spc="-114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all</a:t>
            </a:r>
            <a:r>
              <a:rPr sz="80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types </a:t>
            </a:r>
            <a:r>
              <a:rPr sz="800" spc="-2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under</a:t>
            </a:r>
            <a:r>
              <a:rPr sz="8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their</a:t>
            </a:r>
            <a:r>
              <a:rPr sz="80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brand</a:t>
            </a:r>
            <a:r>
              <a:rPr sz="80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151616"/>
                </a:solidFill>
                <a:latin typeface="Arial MT"/>
                <a:cs typeface="Arial MT"/>
              </a:rPr>
              <a:t>names</a:t>
            </a:r>
            <a:r>
              <a:rPr sz="80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sz="80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often</a:t>
            </a:r>
            <a:r>
              <a:rPr sz="80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51616"/>
                </a:solidFill>
                <a:latin typeface="Arial MT"/>
                <a:cs typeface="Arial MT"/>
              </a:rPr>
              <a:t>have</a:t>
            </a:r>
            <a:r>
              <a:rPr sz="80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their</a:t>
            </a:r>
            <a:r>
              <a:rPr sz="80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own</a:t>
            </a:r>
            <a:r>
              <a:rPr sz="80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manufacturing</a:t>
            </a:r>
            <a:r>
              <a:rPr sz="80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facilities</a:t>
            </a:r>
            <a:r>
              <a:rPr sz="80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or</a:t>
            </a:r>
            <a:r>
              <a:rPr sz="80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assembly</a:t>
            </a:r>
            <a:r>
              <a:rPr sz="80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lines. </a:t>
            </a:r>
            <a:r>
              <a:rPr sz="800" spc="-21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OEM’s </a:t>
            </a:r>
            <a:r>
              <a:rPr sz="800" spc="-25" dirty="0">
                <a:solidFill>
                  <a:srgbClr val="151616"/>
                </a:solidFill>
                <a:latin typeface="Arial MT"/>
                <a:cs typeface="Arial MT"/>
              </a:rPr>
              <a:t>can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be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categorised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into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following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-Two-wheeler,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three-wheeler,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passenger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vehicle,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commercial</a:t>
            </a:r>
            <a:r>
              <a:rPr sz="800" spc="-1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vehicle,</a:t>
            </a:r>
            <a:r>
              <a:rPr sz="80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tractors,</a:t>
            </a:r>
            <a:r>
              <a:rPr sz="80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off-highway,</a:t>
            </a:r>
            <a:r>
              <a:rPr sz="80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sz="80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construction</a:t>
            </a:r>
            <a:r>
              <a:rPr sz="80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equipment</a:t>
            </a:r>
            <a:r>
              <a:rPr sz="80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manufacturers.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50">
              <a:latin typeface="Arial MT"/>
              <a:cs typeface="Arial MT"/>
            </a:endParaRPr>
          </a:p>
          <a:p>
            <a:pPr marL="186055">
              <a:lnSpc>
                <a:spcPct val="100000"/>
              </a:lnSpc>
            </a:pPr>
            <a:r>
              <a:rPr sz="1000" b="1" spc="-4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000" b="1" spc="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000" b="1" spc="3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8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1000" b="1" spc="15" dirty="0">
                <a:solidFill>
                  <a:srgbClr val="FFFFFF"/>
                </a:solidFill>
                <a:latin typeface="Arial"/>
                <a:cs typeface="Arial"/>
              </a:rPr>
              <a:t>OMPONENT</a:t>
            </a:r>
            <a:r>
              <a:rPr sz="10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25" dirty="0">
                <a:solidFill>
                  <a:srgbClr val="FFFFFF"/>
                </a:solidFill>
                <a:latin typeface="Arial"/>
                <a:cs typeface="Arial"/>
              </a:rPr>
              <a:t>MANU</a:t>
            </a:r>
            <a:r>
              <a:rPr sz="1000" b="1" spc="-45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10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000" b="1" spc="-60" dirty="0">
                <a:solidFill>
                  <a:srgbClr val="FFFFFF"/>
                </a:solidFill>
                <a:latin typeface="Arial"/>
                <a:cs typeface="Arial"/>
              </a:rPr>
              <a:t>CTURERS:</a:t>
            </a:r>
            <a:endParaRPr sz="1000">
              <a:latin typeface="Arial"/>
              <a:cs typeface="Arial"/>
            </a:endParaRPr>
          </a:p>
          <a:p>
            <a:pPr marL="198755" marR="490220" algn="just">
              <a:lnSpc>
                <a:spcPct val="105000"/>
              </a:lnSpc>
              <a:spcBef>
                <a:spcPts val="500"/>
              </a:spcBef>
            </a:pP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Producing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various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parts </a:t>
            </a:r>
            <a:r>
              <a:rPr sz="800" spc="30" dirty="0">
                <a:solidFill>
                  <a:srgbClr val="151616"/>
                </a:solidFill>
                <a:latin typeface="Arial MT"/>
                <a:cs typeface="Arial MT"/>
              </a:rPr>
              <a:t>for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both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OEMs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and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the </a:t>
            </a:r>
            <a:r>
              <a:rPr sz="800" spc="20" dirty="0">
                <a:solidFill>
                  <a:srgbClr val="151616"/>
                </a:solidFill>
                <a:latin typeface="Arial MT"/>
                <a:cs typeface="Arial MT"/>
              </a:rPr>
              <a:t>after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market,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including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engine,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electric,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transmission,</a:t>
            </a:r>
            <a:r>
              <a:rPr sz="800" spc="-1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steering,</a:t>
            </a:r>
            <a:r>
              <a:rPr sz="800" spc="-1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suspension,</a:t>
            </a:r>
            <a:r>
              <a:rPr sz="800" spc="-1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braking</a:t>
            </a:r>
            <a:r>
              <a:rPr sz="800" spc="-1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parts,</a:t>
            </a:r>
            <a:r>
              <a:rPr sz="800" spc="-1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50" dirty="0">
                <a:solidFill>
                  <a:srgbClr val="151616"/>
                </a:solidFill>
                <a:latin typeface="Arial MT"/>
                <a:cs typeface="Arial MT"/>
              </a:rPr>
              <a:t>as</a:t>
            </a:r>
            <a:r>
              <a:rPr sz="800" spc="-1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well</a:t>
            </a:r>
            <a:r>
              <a:rPr sz="800" spc="-12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50" dirty="0">
                <a:solidFill>
                  <a:srgbClr val="151616"/>
                </a:solidFill>
                <a:latin typeface="Arial MT"/>
                <a:cs typeface="Arial MT"/>
              </a:rPr>
              <a:t>as</a:t>
            </a:r>
            <a:r>
              <a:rPr sz="800" spc="-1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tires</a:t>
            </a:r>
            <a:r>
              <a:rPr sz="800" spc="-1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sz="800" spc="-1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batteries.</a:t>
            </a:r>
            <a:endParaRPr sz="800">
              <a:latin typeface="Arial MT"/>
              <a:cs typeface="Arial MT"/>
            </a:endParaRPr>
          </a:p>
          <a:p>
            <a:pPr marL="186055">
              <a:lnSpc>
                <a:spcPct val="100000"/>
              </a:lnSpc>
              <a:spcBef>
                <a:spcPts val="720"/>
              </a:spcBef>
            </a:pPr>
            <a:r>
              <a:rPr sz="1000" b="1" spc="-35" dirty="0">
                <a:solidFill>
                  <a:srgbClr val="151616"/>
                </a:solidFill>
                <a:latin typeface="Arial"/>
                <a:cs typeface="Arial"/>
              </a:rPr>
              <a:t>Electric</a:t>
            </a:r>
            <a:r>
              <a:rPr sz="1000" b="1" spc="-4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1000" b="1" spc="95" dirty="0">
                <a:solidFill>
                  <a:srgbClr val="151616"/>
                </a:solidFill>
                <a:latin typeface="Arial"/>
                <a:cs typeface="Arial"/>
              </a:rPr>
              <a:t>M</a:t>
            </a:r>
            <a:r>
              <a:rPr sz="1000" b="1" spc="-25" dirty="0">
                <a:solidFill>
                  <a:srgbClr val="151616"/>
                </a:solidFill>
                <a:latin typeface="Arial"/>
                <a:cs typeface="Arial"/>
              </a:rPr>
              <a:t>obility:</a:t>
            </a:r>
            <a:endParaRPr sz="1000">
              <a:latin typeface="Arial"/>
              <a:cs typeface="Arial"/>
            </a:endParaRPr>
          </a:p>
          <a:p>
            <a:pPr marL="198755" marR="490220" algn="just">
              <a:lnSpc>
                <a:spcPct val="105000"/>
              </a:lnSpc>
              <a:spcBef>
                <a:spcPts val="590"/>
              </a:spcBef>
            </a:pP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Growing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focus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on </a:t>
            </a:r>
            <a:r>
              <a:rPr sz="800" spc="-55" dirty="0">
                <a:solidFill>
                  <a:srgbClr val="151616"/>
                </a:solidFill>
                <a:latin typeface="Arial MT"/>
                <a:cs typeface="Arial MT"/>
              </a:rPr>
              <a:t>EVs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due </a:t>
            </a:r>
            <a:r>
              <a:rPr sz="800" spc="35" dirty="0">
                <a:solidFill>
                  <a:srgbClr val="151616"/>
                </a:solidFill>
                <a:latin typeface="Arial MT"/>
                <a:cs typeface="Arial MT"/>
              </a:rPr>
              <a:t>to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emission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reduction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and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improving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economics.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Opportunities </a:t>
            </a:r>
            <a:r>
              <a:rPr sz="800" spc="-2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exist </a:t>
            </a:r>
            <a:r>
              <a:rPr sz="800" spc="30" dirty="0">
                <a:solidFill>
                  <a:srgbClr val="151616"/>
                </a:solidFill>
                <a:latin typeface="Arial MT"/>
                <a:cs typeface="Arial MT"/>
              </a:rPr>
              <a:t>for </a:t>
            </a:r>
            <a:r>
              <a:rPr sz="800" spc="-30" dirty="0">
                <a:solidFill>
                  <a:srgbClr val="151616"/>
                </a:solidFill>
                <a:latin typeface="Arial MT"/>
                <a:cs typeface="Arial MT"/>
              </a:rPr>
              <a:t>EV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OEMs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and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component manufacturers </a:t>
            </a: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specializing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in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EV-speciﬁc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parts like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motors,</a:t>
            </a:r>
            <a:r>
              <a:rPr sz="800" spc="-1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controllers,</a:t>
            </a:r>
            <a:r>
              <a:rPr sz="800" spc="-1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batteries,</a:t>
            </a:r>
            <a:r>
              <a:rPr sz="800" spc="-1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sz="800" spc="-1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cooling</a:t>
            </a:r>
            <a:r>
              <a:rPr sz="800" spc="-1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51616"/>
                </a:solidFill>
                <a:latin typeface="Arial MT"/>
                <a:cs typeface="Arial MT"/>
              </a:rPr>
              <a:t>systems.</a:t>
            </a:r>
            <a:endParaRPr sz="800">
              <a:latin typeface="Arial MT"/>
              <a:cs typeface="Arial MT"/>
            </a:endParaRPr>
          </a:p>
          <a:p>
            <a:pPr marL="186055">
              <a:lnSpc>
                <a:spcPct val="100000"/>
              </a:lnSpc>
              <a:spcBef>
                <a:spcPts val="640"/>
              </a:spcBef>
            </a:pPr>
            <a:r>
              <a:rPr sz="1000" b="1" spc="-30" dirty="0">
                <a:solidFill>
                  <a:srgbClr val="FFFFFF"/>
                </a:solidFill>
                <a:latin typeface="Arial"/>
                <a:cs typeface="Arial"/>
              </a:rPr>
              <a:t>Export</a:t>
            </a:r>
            <a:r>
              <a:rPr sz="10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65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1000" b="1" spc="-50" dirty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sz="1000" b="1" spc="4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1000" b="1" spc="-3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1000" b="1" spc="-4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tial:</a:t>
            </a:r>
            <a:endParaRPr sz="1000">
              <a:latin typeface="Arial"/>
              <a:cs typeface="Arial"/>
            </a:endParaRPr>
          </a:p>
          <a:p>
            <a:pPr marL="198755" marR="490220" algn="just">
              <a:lnSpc>
                <a:spcPct val="100000"/>
              </a:lnSpc>
              <a:spcBef>
                <a:spcPts val="680"/>
              </a:spcBef>
            </a:pPr>
            <a:r>
              <a:rPr sz="800" spc="-10" dirty="0">
                <a:solidFill>
                  <a:srgbClr val="151616"/>
                </a:solidFill>
                <a:latin typeface="Arial MT"/>
                <a:cs typeface="Arial MT"/>
              </a:rPr>
              <a:t>Various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automotive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subsegments </a:t>
            </a:r>
            <a:r>
              <a:rPr sz="800" spc="25" dirty="0">
                <a:solidFill>
                  <a:srgbClr val="151616"/>
                </a:solidFill>
                <a:latin typeface="Arial MT"/>
                <a:cs typeface="Arial MT"/>
              </a:rPr>
              <a:t>offer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signiﬁcant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export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potential.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India </a:t>
            </a:r>
            <a:r>
              <a:rPr sz="800" spc="-25" dirty="0">
                <a:solidFill>
                  <a:srgbClr val="151616"/>
                </a:solidFill>
                <a:latin typeface="Arial MT"/>
                <a:cs typeface="Arial MT"/>
              </a:rPr>
              <a:t>can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leverage </a:t>
            </a:r>
            <a:r>
              <a:rPr sz="800" spc="15" dirty="0">
                <a:solidFill>
                  <a:srgbClr val="151616"/>
                </a:solidFill>
                <a:latin typeface="Arial MT"/>
                <a:cs typeface="Arial MT"/>
              </a:rPr>
              <a:t>its </a:t>
            </a:r>
            <a:r>
              <a:rPr sz="800" spc="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151616"/>
                </a:solidFill>
                <a:latin typeface="Arial MT"/>
                <a:cs typeface="Arial MT"/>
              </a:rPr>
              <a:t>large domestic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market </a:t>
            </a:r>
            <a:r>
              <a:rPr sz="800" spc="35" dirty="0">
                <a:solidFill>
                  <a:srgbClr val="151616"/>
                </a:solidFill>
                <a:latin typeface="Arial MT"/>
                <a:cs typeface="Arial MT"/>
              </a:rPr>
              <a:t>to </a:t>
            </a:r>
            <a:r>
              <a:rPr sz="800" spc="-20" dirty="0">
                <a:solidFill>
                  <a:srgbClr val="151616"/>
                </a:solidFill>
                <a:latin typeface="Arial MT"/>
                <a:cs typeface="Arial MT"/>
              </a:rPr>
              <a:t>achieve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economies </a:t>
            </a:r>
            <a:r>
              <a:rPr sz="800" spc="20" dirty="0">
                <a:solidFill>
                  <a:srgbClr val="151616"/>
                </a:solidFill>
                <a:latin typeface="Arial MT"/>
                <a:cs typeface="Arial MT"/>
              </a:rPr>
              <a:t>of </a:t>
            </a:r>
            <a:r>
              <a:rPr sz="800" spc="-30" dirty="0">
                <a:solidFill>
                  <a:srgbClr val="151616"/>
                </a:solidFill>
                <a:latin typeface="Arial MT"/>
                <a:cs typeface="Arial MT"/>
              </a:rPr>
              <a:t>scale, </a:t>
            </a:r>
            <a:r>
              <a:rPr sz="800" spc="10" dirty="0">
                <a:solidFill>
                  <a:srgbClr val="151616"/>
                </a:solidFill>
                <a:latin typeface="Arial MT"/>
                <a:cs typeface="Arial MT"/>
              </a:rPr>
              <a:t>particularly in </a:t>
            </a:r>
            <a:r>
              <a:rPr sz="800" spc="-25" dirty="0">
                <a:solidFill>
                  <a:srgbClr val="151616"/>
                </a:solidFill>
                <a:latin typeface="Arial MT"/>
                <a:cs typeface="Arial MT"/>
              </a:rPr>
              <a:t>areas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like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forging,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casting,</a:t>
            </a:r>
            <a:r>
              <a:rPr sz="800" spc="-13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-15" dirty="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sz="800" spc="-1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spc="5" dirty="0">
                <a:solidFill>
                  <a:srgbClr val="151616"/>
                </a:solidFill>
                <a:latin typeface="Arial MT"/>
                <a:cs typeface="Arial MT"/>
              </a:rPr>
              <a:t>off-highway</a:t>
            </a:r>
            <a:r>
              <a:rPr sz="800" spc="-13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51616"/>
                </a:solidFill>
                <a:latin typeface="Arial MT"/>
                <a:cs typeface="Arial MT"/>
              </a:rPr>
              <a:t>tyres.</a:t>
            </a:r>
            <a:endParaRPr sz="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725"/>
              </a:spcBef>
            </a:pP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Investment 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universe consists 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of 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many sectors.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This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is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an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indicaNve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list </a:t>
            </a:r>
            <a:r>
              <a:rPr sz="700" i="1" spc="-15" dirty="0">
                <a:solidFill>
                  <a:srgbClr val="151616"/>
                </a:solidFill>
                <a:latin typeface="Arial"/>
                <a:cs typeface="Arial"/>
              </a:rPr>
              <a:t>kindly 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refer 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SID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for 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details 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sectors. </a:t>
            </a:r>
            <a:r>
              <a:rPr sz="700" i="1" spc="-45" dirty="0">
                <a:solidFill>
                  <a:srgbClr val="151616"/>
                </a:solidFill>
                <a:latin typeface="Arial"/>
                <a:cs typeface="Arial"/>
              </a:rPr>
              <a:t>The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classiﬁcaNon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" dirty="0">
                <a:solidFill>
                  <a:srgbClr val="151616"/>
                </a:solidFill>
                <a:latin typeface="Arial"/>
                <a:cs typeface="Arial"/>
              </a:rPr>
              <a:t>of </a:t>
            </a:r>
            <a:r>
              <a:rPr sz="700" i="1" spc="-18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companies</a:t>
            </a:r>
            <a:r>
              <a:rPr sz="700" i="1" spc="-9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5" dirty="0">
                <a:solidFill>
                  <a:srgbClr val="151616"/>
                </a:solidFill>
                <a:latin typeface="Arial"/>
                <a:cs typeface="Arial"/>
              </a:rPr>
              <a:t>following</a:t>
            </a:r>
            <a:r>
              <a:rPr sz="700" i="1" spc="-10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the</a:t>
            </a:r>
            <a:r>
              <a:rPr sz="700" i="1" spc="-9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automoNve</a:t>
            </a:r>
            <a:r>
              <a:rPr sz="700" i="1" spc="-9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&amp;</a:t>
            </a:r>
            <a:r>
              <a:rPr sz="700" i="1" spc="-9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allied</a:t>
            </a:r>
            <a:r>
              <a:rPr sz="700" i="1" spc="-9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business</a:t>
            </a:r>
            <a:r>
              <a:rPr sz="700" i="1" spc="-9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55" dirty="0">
                <a:solidFill>
                  <a:srgbClr val="151616"/>
                </a:solidFill>
                <a:latin typeface="Arial"/>
                <a:cs typeface="Arial"/>
              </a:rPr>
              <a:t>acNviNes</a:t>
            </a:r>
            <a:r>
              <a:rPr sz="700" i="1" spc="-9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theme</a:t>
            </a:r>
            <a:r>
              <a:rPr sz="700" i="1" spc="-9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dirty="0">
                <a:solidFill>
                  <a:srgbClr val="151616"/>
                </a:solidFill>
                <a:latin typeface="Arial"/>
                <a:cs typeface="Arial"/>
              </a:rPr>
              <a:t>will</a:t>
            </a:r>
            <a:r>
              <a:rPr sz="700" i="1" spc="-9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40" dirty="0">
                <a:solidFill>
                  <a:srgbClr val="151616"/>
                </a:solidFill>
                <a:latin typeface="Arial"/>
                <a:cs typeface="Arial"/>
              </a:rPr>
              <a:t>be</a:t>
            </a:r>
            <a:r>
              <a:rPr sz="700" i="1" spc="-9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largely</a:t>
            </a:r>
            <a:r>
              <a:rPr sz="700" i="1" spc="-10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guided</a:t>
            </a:r>
            <a:r>
              <a:rPr sz="700" i="1" spc="-95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5" dirty="0">
                <a:solidFill>
                  <a:srgbClr val="151616"/>
                </a:solidFill>
                <a:latin typeface="Arial"/>
                <a:cs typeface="Arial"/>
              </a:rPr>
              <a:t>by</a:t>
            </a:r>
            <a:r>
              <a:rPr sz="700" i="1" spc="-13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20" dirty="0">
                <a:solidFill>
                  <a:srgbClr val="151616"/>
                </a:solidFill>
                <a:latin typeface="Arial"/>
                <a:cs typeface="Arial"/>
              </a:rPr>
              <a:t>AMFI</a:t>
            </a:r>
            <a:r>
              <a:rPr sz="700" i="1" spc="-9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0" dirty="0">
                <a:solidFill>
                  <a:srgbClr val="151616"/>
                </a:solidFill>
                <a:latin typeface="Arial"/>
                <a:cs typeface="Arial"/>
              </a:rPr>
              <a:t>basic</a:t>
            </a:r>
            <a:r>
              <a:rPr sz="700" i="1" spc="-9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10" dirty="0">
                <a:solidFill>
                  <a:srgbClr val="151616"/>
                </a:solidFill>
                <a:latin typeface="Arial"/>
                <a:cs typeface="Arial"/>
              </a:rPr>
              <a:t>industry</a:t>
            </a:r>
            <a:r>
              <a:rPr sz="700" i="1" spc="-110" dirty="0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sz="700" i="1" spc="-35" dirty="0">
                <a:solidFill>
                  <a:srgbClr val="151616"/>
                </a:solidFill>
                <a:latin typeface="Arial"/>
                <a:cs typeface="Arial"/>
              </a:rPr>
              <a:t>classiﬁcaNon.</a:t>
            </a:r>
            <a:endParaRPr sz="700">
              <a:latin typeface="Arial"/>
              <a:cs typeface="Arial"/>
            </a:endParaRPr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228831" y="5484166"/>
          <a:ext cx="4856479" cy="8528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2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5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847">
                <a:tc rowSpan="2"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6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Scheme</a:t>
                      </a:r>
                      <a:r>
                        <a:rPr sz="650" spc="-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Ris</a:t>
                      </a:r>
                      <a:r>
                        <a:rPr sz="650" spc="-2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k</a:t>
                      </a:r>
                      <a:r>
                        <a:rPr sz="6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ometer: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T="9525" marB="0">
                    <a:lnL w="9525">
                      <a:solidFill>
                        <a:srgbClr val="151616"/>
                      </a:solidFill>
                      <a:prstDash val="solid"/>
                    </a:lnL>
                    <a:lnR w="9525">
                      <a:solidFill>
                        <a:srgbClr val="151616"/>
                      </a:solidFill>
                      <a:prstDash val="solid"/>
                    </a:lnR>
                    <a:lnT w="9525">
                      <a:solidFill>
                        <a:srgbClr val="15161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151616"/>
                      </a:solidFill>
                      <a:prstDash val="solid"/>
                    </a:lnL>
                    <a:lnR w="9525">
                      <a:solidFill>
                        <a:srgbClr val="151616"/>
                      </a:solidFill>
                      <a:prstDash val="solid"/>
                    </a:lnR>
                    <a:lnT w="9525">
                      <a:solidFill>
                        <a:srgbClr val="151616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34925" marR="26034" indent="112395">
                        <a:lnSpc>
                          <a:spcPts val="730"/>
                        </a:lnSpc>
                        <a:spcBef>
                          <a:spcPts val="55"/>
                        </a:spcBef>
                      </a:pPr>
                      <a:r>
                        <a:rPr sz="6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First</a:t>
                      </a:r>
                      <a:r>
                        <a:rPr sz="650" spc="-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Tier</a:t>
                      </a:r>
                      <a:r>
                        <a:rPr sz="650" spc="-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Benchmark  Ris</a:t>
                      </a:r>
                      <a:r>
                        <a:rPr sz="650" spc="-2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k</a:t>
                      </a:r>
                      <a:r>
                        <a:rPr sz="6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ometer:</a:t>
                      </a:r>
                      <a:r>
                        <a:rPr sz="650" spc="-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Nifty</a:t>
                      </a:r>
                      <a:r>
                        <a:rPr sz="650" spc="-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Auto</a:t>
                      </a:r>
                      <a:r>
                        <a:rPr sz="650" spc="-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6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TRI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T="6985" marB="0">
                    <a:lnL w="9525">
                      <a:solidFill>
                        <a:srgbClr val="151616"/>
                      </a:solidFill>
                      <a:prstDash val="solid"/>
                    </a:lnL>
                    <a:lnR w="9525">
                      <a:solidFill>
                        <a:srgbClr val="151616"/>
                      </a:solidFill>
                      <a:prstDash val="solid"/>
                    </a:lnR>
                    <a:lnT w="9525">
                      <a:solidFill>
                        <a:srgbClr val="15161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9525" marB="0">
                    <a:lnL w="9525">
                      <a:solidFill>
                        <a:srgbClr val="151616"/>
                      </a:solidFill>
                      <a:prstDash val="solid"/>
                    </a:lnL>
                    <a:lnR w="9525">
                      <a:solidFill>
                        <a:srgbClr val="151616"/>
                      </a:solidFill>
                      <a:prstDash val="solid"/>
                    </a:lnR>
                    <a:lnT w="9525">
                      <a:solidFill>
                        <a:srgbClr val="151616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126364" indent="-91440">
                        <a:lnSpc>
                          <a:spcPct val="100000"/>
                        </a:lnSpc>
                        <a:spcBef>
                          <a:spcPts val="45"/>
                        </a:spcBef>
                        <a:buChar char="•"/>
                        <a:tabLst>
                          <a:tab pos="127000" algn="l"/>
                        </a:tabLst>
                      </a:pPr>
                      <a:r>
                        <a:rPr sz="700" spc="-1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L</a:t>
                      </a:r>
                      <a:r>
                        <a:rPr sz="70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ong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term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capital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appreciation.</a:t>
                      </a:r>
                      <a:endParaRPr sz="700">
                        <a:latin typeface="Arial MT"/>
                        <a:cs typeface="Arial MT"/>
                      </a:endParaRPr>
                    </a:p>
                    <a:p>
                      <a:pPr marL="130810" marR="48260" indent="-95250">
                        <a:lnSpc>
                          <a:spcPct val="100000"/>
                        </a:lnSpc>
                        <a:buChar char="•"/>
                        <a:tabLst>
                          <a:tab pos="127000" algn="l"/>
                        </a:tabLst>
                      </a:pPr>
                      <a:r>
                        <a:rPr sz="70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Investment</a:t>
                      </a:r>
                      <a:r>
                        <a:rPr sz="700" spc="-5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1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sz="700" spc="-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1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equity</a:t>
                      </a:r>
                      <a:r>
                        <a:rPr sz="700" spc="-5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700" spc="-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1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equity</a:t>
                      </a:r>
                      <a:r>
                        <a:rPr sz="700" spc="-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related</a:t>
                      </a:r>
                      <a:r>
                        <a:rPr sz="700" spc="-5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instruments</a:t>
                      </a:r>
                      <a:r>
                        <a:rPr sz="700" spc="-5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2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700" spc="-5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companies </a:t>
                      </a:r>
                      <a:r>
                        <a:rPr sz="700" spc="-17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engaged </a:t>
                      </a:r>
                      <a:r>
                        <a:rPr sz="700" spc="1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in </a:t>
                      </a:r>
                      <a:r>
                        <a:rPr sz="700" spc="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and/or </a:t>
                      </a:r>
                      <a:r>
                        <a:rPr sz="700" spc="-1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expected </a:t>
                      </a:r>
                      <a:r>
                        <a:rPr sz="700" spc="3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to </a:t>
                      </a:r>
                      <a:r>
                        <a:rPr sz="700" spc="1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beneﬁt </a:t>
                      </a:r>
                      <a:r>
                        <a:rPr sz="700" spc="2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from </a:t>
                      </a:r>
                      <a:r>
                        <a:rPr sz="700" spc="1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sz="700" spc="1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growth </a:t>
                      </a:r>
                      <a:r>
                        <a:rPr sz="700" spc="1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in </a:t>
                      </a:r>
                      <a:r>
                        <a:rPr sz="700" spc="1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automotive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2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&amp;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1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its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allied</a:t>
                      </a:r>
                      <a:r>
                        <a:rPr sz="700" spc="-5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business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activities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theme.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L w="9525">
                      <a:solidFill>
                        <a:srgbClr val="151616"/>
                      </a:solidFill>
                      <a:prstDash val="solid"/>
                    </a:lnL>
                    <a:lnR w="9525">
                      <a:solidFill>
                        <a:srgbClr val="151616"/>
                      </a:solidFill>
                      <a:prstDash val="solid"/>
                    </a:lnR>
                    <a:lnB w="9525">
                      <a:solidFill>
                        <a:srgbClr val="151616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" marB="0">
                    <a:lnL w="9525">
                      <a:solidFill>
                        <a:srgbClr val="151616"/>
                      </a:solidFill>
                      <a:prstDash val="solid"/>
                    </a:lnL>
                    <a:lnR w="9525">
                      <a:solidFill>
                        <a:srgbClr val="151616"/>
                      </a:solidFill>
                      <a:prstDash val="solid"/>
                    </a:lnR>
                    <a:lnT w="9525">
                      <a:solidFill>
                        <a:srgbClr val="15161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17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 marL="252095" marR="34290" indent="-211454">
                        <a:lnSpc>
                          <a:spcPts val="430"/>
                        </a:lnSpc>
                      </a:pP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400" b="1" spc="-1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nv</a:t>
                      </a: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estors</a:t>
                      </a:r>
                      <a:r>
                        <a:rPr sz="400" b="1" spc="-4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understand</a:t>
                      </a:r>
                      <a:r>
                        <a:rPr sz="400" b="1" spc="-4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that</a:t>
                      </a:r>
                      <a:r>
                        <a:rPr sz="400" b="1" spc="-4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their</a:t>
                      </a:r>
                      <a:r>
                        <a:rPr sz="400" b="1" spc="-4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principal  will</a:t>
                      </a:r>
                      <a:r>
                        <a:rPr sz="400" b="1" spc="-4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be</a:t>
                      </a:r>
                      <a:r>
                        <a:rPr sz="400" b="1" spc="-4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sz="400" b="1" spc="-4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b="1" spc="-1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ery</a:t>
                      </a:r>
                      <a:r>
                        <a:rPr sz="400" b="1" spc="-4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sz="400" b="1" spc="-4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risk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151616"/>
                      </a:solidFill>
                      <a:prstDash val="solid"/>
                    </a:lnL>
                    <a:lnR w="9525">
                      <a:solidFill>
                        <a:srgbClr val="151616"/>
                      </a:solidFill>
                      <a:prstDash val="solid"/>
                    </a:lnR>
                    <a:lnB w="9525">
                      <a:solidFill>
                        <a:srgbClr val="151616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L w="9525">
                      <a:solidFill>
                        <a:srgbClr val="151616"/>
                      </a:solidFill>
                      <a:prstDash val="solid"/>
                    </a:lnL>
                    <a:lnR w="9525">
                      <a:solidFill>
                        <a:srgbClr val="151616"/>
                      </a:solidFill>
                      <a:prstDash val="solid"/>
                    </a:lnR>
                    <a:lnB w="9525">
                      <a:solidFill>
                        <a:srgbClr val="151616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  <a:p>
                      <a:pPr marL="321310" marR="212725" indent="-100965">
                        <a:lnSpc>
                          <a:spcPts val="430"/>
                        </a:lnSpc>
                      </a:pP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400" b="1" spc="-4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benchmark</a:t>
                      </a:r>
                      <a:r>
                        <a:rPr sz="400" b="1" spc="-4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ris</a:t>
                      </a:r>
                      <a:r>
                        <a:rPr sz="400" b="1" spc="-15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k</a:t>
                      </a: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ometer  is</a:t>
                      </a:r>
                      <a:r>
                        <a:rPr sz="400" b="1" spc="-4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at</a:t>
                      </a:r>
                      <a:r>
                        <a:rPr sz="400" b="1" spc="-4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b="1" spc="-3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V</a:t>
                      </a: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ery</a:t>
                      </a:r>
                      <a:r>
                        <a:rPr sz="400" b="1" spc="-4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sz="400" b="1" spc="-40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400" b="1" dirty="0">
                          <a:solidFill>
                            <a:srgbClr val="151616"/>
                          </a:solidFill>
                          <a:latin typeface="Trebuchet MS"/>
                          <a:cs typeface="Trebuchet MS"/>
                        </a:rPr>
                        <a:t>risk</a:t>
                      </a:r>
                      <a:endParaRPr sz="4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9525">
                      <a:solidFill>
                        <a:srgbClr val="151616"/>
                      </a:solidFill>
                      <a:prstDash val="solid"/>
                    </a:lnL>
                    <a:lnR w="9525">
                      <a:solidFill>
                        <a:srgbClr val="151616"/>
                      </a:solidFill>
                      <a:prstDash val="solid"/>
                    </a:lnR>
                    <a:lnB w="9525">
                      <a:solidFill>
                        <a:srgbClr val="1516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17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151616"/>
                      </a:solidFill>
                      <a:prstDash val="solid"/>
                    </a:lnL>
                    <a:lnR w="9525">
                      <a:solidFill>
                        <a:srgbClr val="151616"/>
                      </a:solidFill>
                      <a:prstDash val="solid"/>
                    </a:lnR>
                    <a:lnB w="9525">
                      <a:solidFill>
                        <a:srgbClr val="15161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 marR="14033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700" spc="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^Investors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should</a:t>
                      </a:r>
                      <a:r>
                        <a:rPr sz="700" spc="-5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consult</a:t>
                      </a:r>
                      <a:r>
                        <a:rPr sz="700" spc="-5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2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their</a:t>
                      </a:r>
                      <a:r>
                        <a:rPr sz="700" spc="-5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ﬁnancial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advisers</a:t>
                      </a:r>
                      <a:r>
                        <a:rPr sz="700" spc="-5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3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if</a:t>
                      </a:r>
                      <a:r>
                        <a:rPr sz="700" spc="-5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1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sz="700" spc="-5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1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doubt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5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about </a:t>
                      </a:r>
                      <a:r>
                        <a:rPr sz="700" spc="-18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whether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products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suitable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700" spc="-6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solidFill>
                            <a:srgbClr val="151616"/>
                          </a:solidFill>
                          <a:latin typeface="Arial MT"/>
                          <a:cs typeface="Arial MT"/>
                        </a:rPr>
                        <a:t>them.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27305" marB="0">
                    <a:lnL w="9525">
                      <a:solidFill>
                        <a:srgbClr val="151616"/>
                      </a:solidFill>
                      <a:prstDash val="solid"/>
                    </a:lnL>
                    <a:lnR w="9525">
                      <a:solidFill>
                        <a:srgbClr val="151616"/>
                      </a:solidFill>
                      <a:prstDash val="solid"/>
                    </a:lnR>
                    <a:lnT w="9525">
                      <a:solidFill>
                        <a:srgbClr val="151616"/>
                      </a:solidFill>
                      <a:prstDash val="solid"/>
                    </a:lnT>
                    <a:lnB w="9525">
                      <a:solidFill>
                        <a:srgbClr val="151616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151616"/>
                      </a:solidFill>
                      <a:prstDash val="solid"/>
                    </a:lnL>
                    <a:lnR w="9525">
                      <a:solidFill>
                        <a:srgbClr val="151616"/>
                      </a:solidFill>
                      <a:prstDash val="solid"/>
                    </a:lnR>
                    <a:lnB w="9525">
                      <a:solidFill>
                        <a:srgbClr val="15161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2" name="object 5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104947" y="5697824"/>
            <a:ext cx="880275" cy="491392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1285383" y="5487977"/>
            <a:ext cx="2715895" cy="142875"/>
            <a:chOff x="1285383" y="5487977"/>
            <a:chExt cx="2715895" cy="142875"/>
          </a:xfrm>
        </p:grpSpPr>
        <p:sp>
          <p:nvSpPr>
            <p:cNvPr id="54" name="object 54"/>
            <p:cNvSpPr/>
            <p:nvPr/>
          </p:nvSpPr>
          <p:spPr>
            <a:xfrm>
              <a:off x="1285383" y="5487977"/>
              <a:ext cx="2715895" cy="142875"/>
            </a:xfrm>
            <a:custGeom>
              <a:avLst/>
              <a:gdLst/>
              <a:ahLst/>
              <a:cxnLst/>
              <a:rect l="l" t="t" r="r" b="b"/>
              <a:pathLst>
                <a:path w="2715895" h="142875">
                  <a:moveTo>
                    <a:pt x="2715426" y="0"/>
                  </a:moveTo>
                  <a:lnTo>
                    <a:pt x="0" y="0"/>
                  </a:lnTo>
                  <a:lnTo>
                    <a:pt x="0" y="142847"/>
                  </a:lnTo>
                  <a:lnTo>
                    <a:pt x="2715426" y="142847"/>
                  </a:lnTo>
                  <a:lnTo>
                    <a:pt x="2715426" y="0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22455" y="5525999"/>
              <a:ext cx="2078574" cy="66801"/>
            </a:xfrm>
            <a:prstGeom prst="rect">
              <a:avLst/>
            </a:prstGeom>
          </p:spPr>
        </p:pic>
      </p:grpSp>
      <p:pic>
        <p:nvPicPr>
          <p:cNvPr id="56" name="object 5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18876" y="5697824"/>
            <a:ext cx="880280" cy="491392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219764" y="6372531"/>
            <a:ext cx="48825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700" spc="15" dirty="0">
                <a:solidFill>
                  <a:srgbClr val="151616"/>
                </a:solidFill>
                <a:latin typeface="Arial MT"/>
                <a:cs typeface="Arial MT"/>
              </a:rPr>
              <a:t>All</a:t>
            </a:r>
            <a:r>
              <a:rPr sz="70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151616"/>
                </a:solidFill>
                <a:latin typeface="Arial MT"/>
                <a:cs typeface="Arial MT"/>
              </a:rPr>
              <a:t>information</a:t>
            </a:r>
            <a:r>
              <a:rPr sz="70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51616"/>
                </a:solidFill>
                <a:latin typeface="Arial MT"/>
                <a:cs typeface="Arial MT"/>
              </a:rPr>
              <a:t>contained</a:t>
            </a:r>
            <a:r>
              <a:rPr sz="70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5" dirty="0">
                <a:solidFill>
                  <a:srgbClr val="151616"/>
                </a:solidFill>
                <a:latin typeface="Arial MT"/>
                <a:cs typeface="Arial MT"/>
              </a:rPr>
              <a:t>herewith</a:t>
            </a:r>
            <a:r>
              <a:rPr sz="70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is</a:t>
            </a:r>
            <a:r>
              <a:rPr sz="70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5" dirty="0">
                <a:solidFill>
                  <a:srgbClr val="151616"/>
                </a:solidFill>
                <a:latin typeface="Arial MT"/>
                <a:cs typeface="Arial MT"/>
              </a:rPr>
              <a:t>provided</a:t>
            </a:r>
            <a:r>
              <a:rPr sz="70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30" dirty="0">
                <a:solidFill>
                  <a:srgbClr val="151616"/>
                </a:solidFill>
                <a:latin typeface="Arial MT"/>
                <a:cs typeface="Arial MT"/>
              </a:rPr>
              <a:t>for</a:t>
            </a:r>
            <a:r>
              <a:rPr sz="70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51616"/>
                </a:solidFill>
                <a:latin typeface="Arial MT"/>
                <a:cs typeface="Arial MT"/>
              </a:rPr>
              <a:t>reference</a:t>
            </a:r>
            <a:r>
              <a:rPr sz="700" spc="-4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5" dirty="0">
                <a:solidFill>
                  <a:srgbClr val="151616"/>
                </a:solidFill>
                <a:latin typeface="Arial MT"/>
                <a:cs typeface="Arial MT"/>
              </a:rPr>
              <a:t>purpose</a:t>
            </a:r>
            <a:r>
              <a:rPr sz="70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only.</a:t>
            </a:r>
            <a:r>
              <a:rPr sz="70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45" dirty="0">
                <a:solidFill>
                  <a:srgbClr val="151616"/>
                </a:solidFill>
                <a:latin typeface="Arial MT"/>
                <a:cs typeface="Arial MT"/>
              </a:rPr>
              <a:t>NSE</a:t>
            </a:r>
            <a:r>
              <a:rPr sz="70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Indices</a:t>
            </a:r>
            <a:r>
              <a:rPr sz="70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5" dirty="0">
                <a:solidFill>
                  <a:srgbClr val="151616"/>
                </a:solidFill>
                <a:latin typeface="Arial MT"/>
                <a:cs typeface="Arial MT"/>
              </a:rPr>
              <a:t>Limited</a:t>
            </a:r>
            <a:r>
              <a:rPr sz="70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151616"/>
                </a:solidFill>
                <a:latin typeface="Arial MT"/>
                <a:cs typeface="Arial MT"/>
              </a:rPr>
              <a:t>(formerly</a:t>
            </a:r>
            <a:r>
              <a:rPr sz="70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5" dirty="0">
                <a:solidFill>
                  <a:srgbClr val="151616"/>
                </a:solidFill>
                <a:latin typeface="Arial MT"/>
                <a:cs typeface="Arial MT"/>
              </a:rPr>
              <a:t>known</a:t>
            </a:r>
            <a:r>
              <a:rPr sz="70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45" dirty="0">
                <a:solidFill>
                  <a:srgbClr val="151616"/>
                </a:solidFill>
                <a:latin typeface="Arial MT"/>
                <a:cs typeface="Arial MT"/>
              </a:rPr>
              <a:t>as </a:t>
            </a:r>
            <a:r>
              <a:rPr sz="700" dirty="0">
                <a:solidFill>
                  <a:srgbClr val="151616"/>
                </a:solidFill>
                <a:latin typeface="Arial MT"/>
                <a:cs typeface="Arial MT"/>
              </a:rPr>
              <a:t>India</a:t>
            </a:r>
            <a:r>
              <a:rPr sz="700" spc="-5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5" dirty="0">
                <a:solidFill>
                  <a:srgbClr val="151616"/>
                </a:solidFill>
                <a:latin typeface="Arial MT"/>
                <a:cs typeface="Arial MT"/>
              </a:rPr>
              <a:t>Index </a:t>
            </a:r>
            <a:r>
              <a:rPr sz="700" spc="-18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151616"/>
                </a:solidFill>
                <a:latin typeface="Arial MT"/>
                <a:cs typeface="Arial MT"/>
              </a:rPr>
              <a:t>Services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25" dirty="0">
                <a:solidFill>
                  <a:srgbClr val="151616"/>
                </a:solidFill>
                <a:latin typeface="Arial MT"/>
                <a:cs typeface="Arial MT"/>
              </a:rPr>
              <a:t>&amp;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51616"/>
                </a:solidFill>
                <a:latin typeface="Arial MT"/>
                <a:cs typeface="Arial MT"/>
              </a:rPr>
              <a:t>Products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5" dirty="0">
                <a:solidFill>
                  <a:srgbClr val="151616"/>
                </a:solidFill>
                <a:latin typeface="Arial MT"/>
                <a:cs typeface="Arial MT"/>
              </a:rPr>
              <a:t>Limited-IISL)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ensures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accuracy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5" dirty="0">
                <a:solidFill>
                  <a:srgbClr val="151616"/>
                </a:solidFill>
                <a:latin typeface="Arial MT"/>
                <a:cs typeface="Arial MT"/>
              </a:rPr>
              <a:t>reliability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20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above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151616"/>
                </a:solidFill>
                <a:latin typeface="Arial MT"/>
                <a:cs typeface="Arial MT"/>
              </a:rPr>
              <a:t>information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30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700" spc="-9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51616"/>
                </a:solidFill>
                <a:latin typeface="Arial MT"/>
                <a:cs typeface="Arial MT"/>
              </a:rPr>
              <a:t>best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20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151616"/>
                </a:solidFill>
                <a:latin typeface="Arial MT"/>
                <a:cs typeface="Arial MT"/>
              </a:rPr>
              <a:t>its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endeavors.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However, </a:t>
            </a:r>
            <a:r>
              <a:rPr sz="700" spc="-18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45" dirty="0">
                <a:solidFill>
                  <a:srgbClr val="151616"/>
                </a:solidFill>
                <a:latin typeface="Arial MT"/>
                <a:cs typeface="Arial MT"/>
              </a:rPr>
              <a:t>NSE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Indices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5" dirty="0">
                <a:solidFill>
                  <a:srgbClr val="151616"/>
                </a:solidFill>
                <a:latin typeface="Arial MT"/>
                <a:cs typeface="Arial MT"/>
              </a:rPr>
              <a:t>Limited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51616"/>
                </a:solidFill>
                <a:latin typeface="Arial MT"/>
                <a:cs typeface="Arial MT"/>
              </a:rPr>
              <a:t>makes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5" dirty="0">
                <a:solidFill>
                  <a:srgbClr val="151616"/>
                </a:solidFill>
                <a:latin typeface="Arial MT"/>
                <a:cs typeface="Arial MT"/>
              </a:rPr>
              <a:t>no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5" dirty="0">
                <a:solidFill>
                  <a:srgbClr val="151616"/>
                </a:solidFill>
                <a:latin typeface="Arial MT"/>
                <a:cs typeface="Arial MT"/>
              </a:rPr>
              <a:t>warranty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20" dirty="0">
                <a:solidFill>
                  <a:srgbClr val="151616"/>
                </a:solidFill>
                <a:latin typeface="Arial MT"/>
                <a:cs typeface="Arial MT"/>
              </a:rPr>
              <a:t>or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5" dirty="0">
                <a:solidFill>
                  <a:srgbClr val="151616"/>
                </a:solidFill>
                <a:latin typeface="Arial MT"/>
                <a:cs typeface="Arial MT"/>
              </a:rPr>
              <a:t>representation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45" dirty="0">
                <a:solidFill>
                  <a:srgbClr val="151616"/>
                </a:solidFill>
                <a:latin typeface="Arial MT"/>
                <a:cs typeface="Arial MT"/>
              </a:rPr>
              <a:t>as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30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51616"/>
                </a:solidFill>
                <a:latin typeface="Arial MT"/>
                <a:cs typeface="Arial MT"/>
              </a:rPr>
              <a:t>accuracy,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completeness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20" dirty="0">
                <a:solidFill>
                  <a:srgbClr val="151616"/>
                </a:solidFill>
                <a:latin typeface="Arial MT"/>
                <a:cs typeface="Arial MT"/>
              </a:rPr>
              <a:t>or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5" dirty="0">
                <a:solidFill>
                  <a:srgbClr val="151616"/>
                </a:solidFill>
                <a:latin typeface="Arial MT"/>
                <a:cs typeface="Arial MT"/>
              </a:rPr>
              <a:t>reliability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20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any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20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151616"/>
                </a:solidFill>
                <a:latin typeface="Arial MT"/>
                <a:cs typeface="Arial MT"/>
              </a:rPr>
              <a:t>information </a:t>
            </a:r>
            <a:r>
              <a:rPr sz="700" spc="-1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51616"/>
                </a:solidFill>
                <a:latin typeface="Arial MT"/>
                <a:cs typeface="Arial MT"/>
              </a:rPr>
              <a:t>contained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51616"/>
                </a:solidFill>
                <a:latin typeface="Arial MT"/>
                <a:cs typeface="Arial MT"/>
              </a:rPr>
              <a:t>herein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5" dirty="0">
                <a:solidFill>
                  <a:srgbClr val="151616"/>
                </a:solidFill>
                <a:latin typeface="Arial MT"/>
                <a:cs typeface="Arial MT"/>
              </a:rPr>
              <a:t>disclaim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any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51616"/>
                </a:solidFill>
                <a:latin typeface="Arial MT"/>
                <a:cs typeface="Arial MT"/>
              </a:rPr>
              <a:t>all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5" dirty="0">
                <a:solidFill>
                  <a:srgbClr val="151616"/>
                </a:solidFill>
                <a:latin typeface="Arial MT"/>
                <a:cs typeface="Arial MT"/>
              </a:rPr>
              <a:t>liability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51616"/>
                </a:solidFill>
                <a:latin typeface="Arial MT"/>
                <a:cs typeface="Arial MT"/>
              </a:rPr>
              <a:t>whatsoever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30" dirty="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any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5" dirty="0">
                <a:solidFill>
                  <a:srgbClr val="151616"/>
                </a:solidFill>
                <a:latin typeface="Arial MT"/>
                <a:cs typeface="Arial MT"/>
              </a:rPr>
              <a:t>person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30" dirty="0">
                <a:solidFill>
                  <a:srgbClr val="151616"/>
                </a:solidFill>
                <a:latin typeface="Arial MT"/>
                <a:cs typeface="Arial MT"/>
              </a:rPr>
              <a:t>for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any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151616"/>
                </a:solidFill>
                <a:latin typeface="Arial MT"/>
                <a:cs typeface="Arial MT"/>
              </a:rPr>
              <a:t>damage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20" dirty="0">
                <a:solidFill>
                  <a:srgbClr val="151616"/>
                </a:solidFill>
                <a:latin typeface="Arial MT"/>
                <a:cs typeface="Arial MT"/>
              </a:rPr>
              <a:t>or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20" dirty="0">
                <a:solidFill>
                  <a:srgbClr val="151616"/>
                </a:solidFill>
                <a:latin typeface="Arial MT"/>
                <a:cs typeface="Arial MT"/>
              </a:rPr>
              <a:t>loss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20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any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5" dirty="0">
                <a:solidFill>
                  <a:srgbClr val="151616"/>
                </a:solidFill>
                <a:latin typeface="Arial MT"/>
                <a:cs typeface="Arial MT"/>
              </a:rPr>
              <a:t>nature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5" dirty="0">
                <a:solidFill>
                  <a:srgbClr val="151616"/>
                </a:solidFill>
                <a:latin typeface="Arial MT"/>
                <a:cs typeface="Arial MT"/>
              </a:rPr>
              <a:t>arising</a:t>
            </a:r>
            <a:r>
              <a:rPr sz="700" spc="-9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20" dirty="0">
                <a:solidFill>
                  <a:srgbClr val="151616"/>
                </a:solidFill>
                <a:latin typeface="Arial MT"/>
                <a:cs typeface="Arial MT"/>
              </a:rPr>
              <a:t>from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20" dirty="0">
                <a:solidFill>
                  <a:srgbClr val="151616"/>
                </a:solidFill>
                <a:latin typeface="Arial MT"/>
                <a:cs typeface="Arial MT"/>
              </a:rPr>
              <a:t>or</a:t>
            </a:r>
            <a:r>
              <a:rPr sz="700" spc="-10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45" dirty="0">
                <a:solidFill>
                  <a:srgbClr val="151616"/>
                </a:solidFill>
                <a:latin typeface="Arial MT"/>
                <a:cs typeface="Arial MT"/>
              </a:rPr>
              <a:t>as </a:t>
            </a:r>
            <a:r>
              <a:rPr sz="700" spc="-1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35" dirty="0">
                <a:solidFill>
                  <a:srgbClr val="151616"/>
                </a:solidFill>
                <a:latin typeface="Arial MT"/>
                <a:cs typeface="Arial MT"/>
              </a:rPr>
              <a:t>a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151616"/>
                </a:solidFill>
                <a:latin typeface="Arial MT"/>
                <a:cs typeface="Arial MT"/>
              </a:rPr>
              <a:t>result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20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5" dirty="0">
                <a:solidFill>
                  <a:srgbClr val="151616"/>
                </a:solidFill>
                <a:latin typeface="Arial MT"/>
                <a:cs typeface="Arial MT"/>
              </a:rPr>
              <a:t>reliance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5" dirty="0">
                <a:solidFill>
                  <a:srgbClr val="151616"/>
                </a:solidFill>
                <a:latin typeface="Arial MT"/>
                <a:cs typeface="Arial MT"/>
              </a:rPr>
              <a:t>on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any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20" dirty="0">
                <a:solidFill>
                  <a:srgbClr val="151616"/>
                </a:solidFill>
                <a:latin typeface="Arial MT"/>
                <a:cs typeface="Arial MT"/>
              </a:rPr>
              <a:t>of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151616"/>
                </a:solidFill>
                <a:latin typeface="Arial MT"/>
                <a:cs typeface="Arial MT"/>
              </a:rPr>
              <a:t>the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151616"/>
                </a:solidFill>
                <a:latin typeface="Arial MT"/>
                <a:cs typeface="Arial MT"/>
              </a:rPr>
              <a:t>information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5" dirty="0">
                <a:solidFill>
                  <a:srgbClr val="151616"/>
                </a:solidFill>
                <a:latin typeface="Arial MT"/>
                <a:cs typeface="Arial MT"/>
              </a:rPr>
              <a:t>provided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5" dirty="0">
                <a:solidFill>
                  <a:srgbClr val="151616"/>
                </a:solidFill>
                <a:latin typeface="Arial MT"/>
                <a:cs typeface="Arial MT"/>
              </a:rPr>
              <a:t>herein.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The </a:t>
            </a:r>
            <a:r>
              <a:rPr sz="700" spc="10" dirty="0">
                <a:solidFill>
                  <a:srgbClr val="151616"/>
                </a:solidFill>
                <a:latin typeface="Arial MT"/>
                <a:cs typeface="Arial MT"/>
              </a:rPr>
              <a:t>information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51616"/>
                </a:solidFill>
                <a:latin typeface="Arial MT"/>
                <a:cs typeface="Arial MT"/>
              </a:rPr>
              <a:t>contained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10" dirty="0">
                <a:solidFill>
                  <a:srgbClr val="151616"/>
                </a:solidFill>
                <a:latin typeface="Arial MT"/>
                <a:cs typeface="Arial MT"/>
              </a:rPr>
              <a:t>this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151616"/>
                </a:solidFill>
                <a:latin typeface="Arial MT"/>
                <a:cs typeface="Arial MT"/>
              </a:rPr>
              <a:t>document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is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20" dirty="0">
                <a:solidFill>
                  <a:srgbClr val="151616"/>
                </a:solidFill>
                <a:latin typeface="Arial MT"/>
                <a:cs typeface="Arial MT"/>
              </a:rPr>
              <a:t>not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5" dirty="0">
                <a:solidFill>
                  <a:srgbClr val="151616"/>
                </a:solidFill>
                <a:latin typeface="Arial MT"/>
                <a:cs typeface="Arial MT"/>
              </a:rPr>
              <a:t>intended</a:t>
            </a:r>
            <a:r>
              <a:rPr sz="700" spc="-1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30" dirty="0">
                <a:solidFill>
                  <a:srgbClr val="151616"/>
                </a:solidFill>
                <a:latin typeface="Arial MT"/>
                <a:cs typeface="Arial MT"/>
              </a:rPr>
              <a:t>to </a:t>
            </a:r>
            <a:r>
              <a:rPr sz="700" spc="-18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5" dirty="0">
                <a:solidFill>
                  <a:srgbClr val="151616"/>
                </a:solidFill>
                <a:latin typeface="Arial MT"/>
                <a:cs typeface="Arial MT"/>
              </a:rPr>
              <a:t>provide</a:t>
            </a:r>
            <a:r>
              <a:rPr sz="700" spc="-120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any</a:t>
            </a:r>
            <a:r>
              <a:rPr sz="700" spc="-114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5" dirty="0">
                <a:solidFill>
                  <a:srgbClr val="151616"/>
                </a:solidFill>
                <a:latin typeface="Arial MT"/>
                <a:cs typeface="Arial MT"/>
              </a:rPr>
              <a:t>professional</a:t>
            </a:r>
            <a:r>
              <a:rPr sz="700" spc="-114" dirty="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sz="700" spc="-15" dirty="0">
                <a:solidFill>
                  <a:srgbClr val="151616"/>
                </a:solidFill>
                <a:latin typeface="Arial MT"/>
                <a:cs typeface="Arial MT"/>
              </a:rPr>
              <a:t>advice.</a:t>
            </a:r>
            <a:endParaRPr sz="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1308</Words>
  <Application>Microsoft Office PowerPoint</Application>
  <PresentationFormat>Custom</PresentationFormat>
  <Paragraphs>114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Arial MT</vt:lpstr>
      <vt:lpstr>Calibri</vt:lpstr>
      <vt:lpstr>Tahoma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20240509011-NFO_Automotive Fund-BROCHURE- 5.cdr</dc:title>
  <dc:creator>Slesha</dc:creator>
  <cp:lastModifiedBy>Smitha Shashidharan</cp:lastModifiedBy>
  <cp:revision>2</cp:revision>
  <dcterms:created xsi:type="dcterms:W3CDTF">2024-05-12T04:46:23Z</dcterms:created>
  <dcterms:modified xsi:type="dcterms:W3CDTF">2024-05-22T11:43:07Z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2024-05-10T00:00:00Z</vt:filetime>
  </property>
  <property fmtid="{D5CDD505-2E9C-101B-9397-08002B2CF9AE}" pid="3" name="Creator">
    <vt:lpwstr>CorelDRAW 2024</vt:lpwstr>
  </property>
  <property fmtid="{D5CDD505-2E9C-101B-9397-08002B2CF9AE}" pid="4" name="LastSaved">
    <vt:filetime>2024-05-12T00:00:00Z</vt:filetime>
  </property>
</Properties>
</file>